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86" r:id="rId5"/>
    <p:sldId id="287" r:id="rId6"/>
    <p:sldId id="301" r:id="rId7"/>
    <p:sldId id="302" r:id="rId8"/>
    <p:sldId id="305" r:id="rId9"/>
    <p:sldId id="309" r:id="rId10"/>
    <p:sldId id="307" r:id="rId11"/>
    <p:sldId id="308" r:id="rId12"/>
    <p:sldId id="310" r:id="rId13"/>
    <p:sldId id="316" r:id="rId14"/>
    <p:sldId id="311" r:id="rId15"/>
    <p:sldId id="312" r:id="rId16"/>
    <p:sldId id="313" r:id="rId17"/>
    <p:sldId id="314" r:id="rId18"/>
    <p:sldId id="317" r:id="rId19"/>
    <p:sldId id="318" r:id="rId20"/>
    <p:sldId id="319" r:id="rId21"/>
    <p:sldId id="323" r:id="rId22"/>
    <p:sldId id="324" r:id="rId23"/>
    <p:sldId id="325" r:id="rId24"/>
    <p:sldId id="315" r:id="rId25"/>
    <p:sldId id="326" r:id="rId26"/>
    <p:sldId id="304" r:id="rId27"/>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5DCF1"/>
    <a:srgbClr val="00FF00"/>
    <a:srgbClr val="FF00FF"/>
    <a:srgbClr val="0E2D69"/>
    <a:srgbClr val="029C63"/>
    <a:srgbClr val="96628C"/>
    <a:srgbClr val="11A0D7"/>
    <a:srgbClr val="E61F3D"/>
    <a:srgbClr val="CD5A5A"/>
    <a:srgbClr val="FFD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A0262-F72D-CF40-8B9F-871A5CEC706F}" v="63" dt="2022-10-10T13:15:26.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75"/>
    <p:restoredTop sz="95282"/>
  </p:normalViewPr>
  <p:slideViewPr>
    <p:cSldViewPr snapToGrid="0" snapToObjects="1">
      <p:cViewPr varScale="1">
        <p:scale>
          <a:sx n="136" d="100"/>
          <a:sy n="136" d="100"/>
        </p:scale>
        <p:origin x="416" y="192"/>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Абрамова Надежда Робертовна" userId="98be7548-a651-4b95-923b-e1e51aa70311" providerId="ADAL" clId="{3A7A0262-F72D-CF40-8B9F-871A5CEC706F}"/>
    <pc:docChg chg="custSel addSld modSld sldOrd modMainMaster">
      <pc:chgData name="Абрамова Надежда Робертовна" userId="98be7548-a651-4b95-923b-e1e51aa70311" providerId="ADAL" clId="{3A7A0262-F72D-CF40-8B9F-871A5CEC706F}" dt="2022-10-19T15:41:34.952" v="194" actId="478"/>
      <pc:docMkLst>
        <pc:docMk/>
      </pc:docMkLst>
      <pc:sldChg chg="delSp mod">
        <pc:chgData name="Абрамова Надежда Робертовна" userId="98be7548-a651-4b95-923b-e1e51aa70311" providerId="ADAL" clId="{3A7A0262-F72D-CF40-8B9F-871A5CEC706F}" dt="2022-10-07T13:03:20.151" v="91" actId="478"/>
        <pc:sldMkLst>
          <pc:docMk/>
          <pc:sldMk cId="2613851382" sldId="287"/>
        </pc:sldMkLst>
        <pc:spChg chg="del">
          <ac:chgData name="Абрамова Надежда Робертовна" userId="98be7548-a651-4b95-923b-e1e51aa70311" providerId="ADAL" clId="{3A7A0262-F72D-CF40-8B9F-871A5CEC706F}" dt="2022-10-07T13:03:20.151" v="91" actId="478"/>
          <ac:spMkLst>
            <pc:docMk/>
            <pc:sldMk cId="2613851382" sldId="287"/>
            <ac:spMk id="6" creationId="{40682799-9A38-414D-BD10-45C11B66347C}"/>
          </ac:spMkLst>
        </pc:spChg>
        <pc:spChg chg="del">
          <ac:chgData name="Абрамова Надежда Робертовна" userId="98be7548-a651-4b95-923b-e1e51aa70311" providerId="ADAL" clId="{3A7A0262-F72D-CF40-8B9F-871A5CEC706F}" dt="2022-10-07T13:03:20.151" v="91" actId="478"/>
          <ac:spMkLst>
            <pc:docMk/>
            <pc:sldMk cId="2613851382" sldId="287"/>
            <ac:spMk id="7" creationId="{35F411B5-8431-CE4A-BEA6-775367101901}"/>
          </ac:spMkLst>
        </pc:spChg>
      </pc:sldChg>
      <pc:sldChg chg="delSp mod">
        <pc:chgData name="Абрамова Надежда Робертовна" userId="98be7548-a651-4b95-923b-e1e51aa70311" providerId="ADAL" clId="{3A7A0262-F72D-CF40-8B9F-871A5CEC706F}" dt="2022-10-07T13:05:57.258" v="98" actId="478"/>
        <pc:sldMkLst>
          <pc:docMk/>
          <pc:sldMk cId="1819596838" sldId="288"/>
        </pc:sldMkLst>
        <pc:spChg chg="del">
          <ac:chgData name="Абрамова Надежда Робертовна" userId="98be7548-a651-4b95-923b-e1e51aa70311" providerId="ADAL" clId="{3A7A0262-F72D-CF40-8B9F-871A5CEC706F}" dt="2022-10-07T13:05:57.258" v="98" actId="478"/>
          <ac:spMkLst>
            <pc:docMk/>
            <pc:sldMk cId="1819596838" sldId="288"/>
            <ac:spMk id="18" creationId="{AB20B420-8F92-714B-B774-4CCFF071FC96}"/>
          </ac:spMkLst>
        </pc:spChg>
        <pc:spChg chg="del">
          <ac:chgData name="Абрамова Надежда Робертовна" userId="98be7548-a651-4b95-923b-e1e51aa70311" providerId="ADAL" clId="{3A7A0262-F72D-CF40-8B9F-871A5CEC706F}" dt="2022-10-07T13:05:55.278" v="97" actId="478"/>
          <ac:spMkLst>
            <pc:docMk/>
            <pc:sldMk cId="1819596838" sldId="288"/>
            <ac:spMk id="19" creationId="{E28F3689-1426-FC44-97DB-4AC538FC64CC}"/>
          </ac:spMkLst>
        </pc:spChg>
      </pc:sldChg>
      <pc:sldChg chg="addSp delSp modSp mod">
        <pc:chgData name="Абрамова Надежда Робертовна" userId="98be7548-a651-4b95-923b-e1e51aa70311" providerId="ADAL" clId="{3A7A0262-F72D-CF40-8B9F-871A5CEC706F}" dt="2022-10-07T13:06:52.823" v="104"/>
        <pc:sldMkLst>
          <pc:docMk/>
          <pc:sldMk cId="495762755" sldId="289"/>
        </pc:sldMkLst>
        <pc:spChg chg="del">
          <ac:chgData name="Абрамова Надежда Робертовна" userId="98be7548-a651-4b95-923b-e1e51aa70311" providerId="ADAL" clId="{3A7A0262-F72D-CF40-8B9F-871A5CEC706F}" dt="2022-10-07T13:06:43.127" v="101" actId="478"/>
          <ac:spMkLst>
            <pc:docMk/>
            <pc:sldMk cId="495762755" sldId="289"/>
            <ac:spMk id="2" creationId="{31CADBA8-95D9-8D40-BF8A-D246040A1BCC}"/>
          </ac:spMkLst>
        </pc:spChg>
        <pc:spChg chg="add del mod">
          <ac:chgData name="Абрамова Надежда Робертовна" userId="98be7548-a651-4b95-923b-e1e51aa70311" providerId="ADAL" clId="{3A7A0262-F72D-CF40-8B9F-871A5CEC706F}" dt="2022-10-07T13:06:47.175" v="103" actId="478"/>
          <ac:spMkLst>
            <pc:docMk/>
            <pc:sldMk cId="495762755" sldId="289"/>
            <ac:spMk id="3" creationId="{0C56A9DF-889E-E955-672E-19E514FD2C10}"/>
          </ac:spMkLst>
        </pc:spChg>
        <pc:spChg chg="del">
          <ac:chgData name="Абрамова Надежда Робертовна" userId="98be7548-a651-4b95-923b-e1e51aa70311" providerId="ADAL" clId="{3A7A0262-F72D-CF40-8B9F-871A5CEC706F}" dt="2022-10-07T13:06:10.668" v="99" actId="478"/>
          <ac:spMkLst>
            <pc:docMk/>
            <pc:sldMk cId="495762755" sldId="289"/>
            <ac:spMk id="7" creationId="{E1A17EF3-80FC-E949-9D29-35399B3E471A}"/>
          </ac:spMkLst>
        </pc:spChg>
        <pc:spChg chg="del">
          <ac:chgData name="Абрамова Надежда Робертовна" userId="98be7548-a651-4b95-923b-e1e51aa70311" providerId="ADAL" clId="{3A7A0262-F72D-CF40-8B9F-871A5CEC706F}" dt="2022-10-07T13:06:10.668" v="99" actId="478"/>
          <ac:spMkLst>
            <pc:docMk/>
            <pc:sldMk cId="495762755" sldId="289"/>
            <ac:spMk id="8" creationId="{8ED3F895-1E75-1241-8B43-5C46931114A0}"/>
          </ac:spMkLst>
        </pc:spChg>
        <pc:spChg chg="add mod">
          <ac:chgData name="Абрамова Надежда Робертовна" userId="98be7548-a651-4b95-923b-e1e51aa70311" providerId="ADAL" clId="{3A7A0262-F72D-CF40-8B9F-871A5CEC706F}" dt="2022-10-07T13:06:52.823" v="104"/>
          <ac:spMkLst>
            <pc:docMk/>
            <pc:sldMk cId="495762755" sldId="289"/>
            <ac:spMk id="10" creationId="{D508885D-3CE3-1CA5-976B-34E27AE45A43}"/>
          </ac:spMkLst>
        </pc:spChg>
      </pc:sldChg>
      <pc:sldChg chg="delSp mod">
        <pc:chgData name="Абрамова Надежда Робертовна" userId="98be7548-a651-4b95-923b-e1e51aa70311" providerId="ADAL" clId="{3A7A0262-F72D-CF40-8B9F-871A5CEC706F}" dt="2022-10-07T13:06:28.927" v="100" actId="478"/>
        <pc:sldMkLst>
          <pc:docMk/>
          <pc:sldMk cId="1648988508" sldId="290"/>
        </pc:sldMkLst>
        <pc:spChg chg="del">
          <ac:chgData name="Абрамова Надежда Робертовна" userId="98be7548-a651-4b95-923b-e1e51aa70311" providerId="ADAL" clId="{3A7A0262-F72D-CF40-8B9F-871A5CEC706F}" dt="2022-10-07T13:06:28.927" v="100" actId="478"/>
          <ac:spMkLst>
            <pc:docMk/>
            <pc:sldMk cId="1648988508" sldId="290"/>
            <ac:spMk id="7" creationId="{2B6044E3-0B71-0E47-8BB8-2E75FF51AEF7}"/>
          </ac:spMkLst>
        </pc:spChg>
        <pc:spChg chg="del">
          <ac:chgData name="Абрамова Надежда Робертовна" userId="98be7548-a651-4b95-923b-e1e51aa70311" providerId="ADAL" clId="{3A7A0262-F72D-CF40-8B9F-871A5CEC706F}" dt="2022-10-07T13:06:28.927" v="100" actId="478"/>
          <ac:spMkLst>
            <pc:docMk/>
            <pc:sldMk cId="1648988508" sldId="290"/>
            <ac:spMk id="8" creationId="{5AE50B9E-D827-004A-9EE0-E68D4437BD90}"/>
          </ac:spMkLst>
        </pc:spChg>
      </pc:sldChg>
      <pc:sldChg chg="delSp mod">
        <pc:chgData name="Абрамова Надежда Робертовна" userId="98be7548-a651-4b95-923b-e1e51aa70311" providerId="ADAL" clId="{3A7A0262-F72D-CF40-8B9F-871A5CEC706F}" dt="2022-10-07T13:08:18.425" v="109" actId="478"/>
        <pc:sldMkLst>
          <pc:docMk/>
          <pc:sldMk cId="4037266417" sldId="293"/>
        </pc:sldMkLst>
        <pc:spChg chg="del">
          <ac:chgData name="Абрамова Надежда Робертовна" userId="98be7548-a651-4b95-923b-e1e51aa70311" providerId="ADAL" clId="{3A7A0262-F72D-CF40-8B9F-871A5CEC706F}" dt="2022-10-07T13:08:18.425" v="109" actId="478"/>
          <ac:spMkLst>
            <pc:docMk/>
            <pc:sldMk cId="4037266417" sldId="293"/>
            <ac:spMk id="5" creationId="{B44726F6-6B97-9541-B430-5890C40AB653}"/>
          </ac:spMkLst>
        </pc:spChg>
        <pc:spChg chg="del">
          <ac:chgData name="Абрамова Надежда Робертовна" userId="98be7548-a651-4b95-923b-e1e51aa70311" providerId="ADAL" clId="{3A7A0262-F72D-CF40-8B9F-871A5CEC706F}" dt="2022-10-07T13:08:18.425" v="109" actId="478"/>
          <ac:spMkLst>
            <pc:docMk/>
            <pc:sldMk cId="4037266417" sldId="293"/>
            <ac:spMk id="6" creationId="{1FF1B796-D346-7747-8C68-5B56E6538039}"/>
          </ac:spMkLst>
        </pc:spChg>
      </pc:sldChg>
      <pc:sldChg chg="delSp mod">
        <pc:chgData name="Абрамова Надежда Робертовна" userId="98be7548-a651-4b95-923b-e1e51aa70311" providerId="ADAL" clId="{3A7A0262-F72D-CF40-8B9F-871A5CEC706F}" dt="2022-10-07T13:08:33.624" v="110" actId="478"/>
        <pc:sldMkLst>
          <pc:docMk/>
          <pc:sldMk cId="1496322701" sldId="294"/>
        </pc:sldMkLst>
        <pc:spChg chg="del">
          <ac:chgData name="Абрамова Надежда Робертовна" userId="98be7548-a651-4b95-923b-e1e51aa70311" providerId="ADAL" clId="{3A7A0262-F72D-CF40-8B9F-871A5CEC706F}" dt="2022-10-07T13:08:33.624" v="110" actId="478"/>
          <ac:spMkLst>
            <pc:docMk/>
            <pc:sldMk cId="1496322701" sldId="294"/>
            <ac:spMk id="7" creationId="{31A0EB17-0D28-524C-9C34-1970B0BAC8CE}"/>
          </ac:spMkLst>
        </pc:spChg>
        <pc:spChg chg="del">
          <ac:chgData name="Абрамова Надежда Робертовна" userId="98be7548-a651-4b95-923b-e1e51aa70311" providerId="ADAL" clId="{3A7A0262-F72D-CF40-8B9F-871A5CEC706F}" dt="2022-10-07T13:08:33.624" v="110" actId="478"/>
          <ac:spMkLst>
            <pc:docMk/>
            <pc:sldMk cId="1496322701" sldId="294"/>
            <ac:spMk id="8" creationId="{CD633F9A-0684-3C45-AC7F-6A087C1D8F06}"/>
          </ac:spMkLst>
        </pc:spChg>
      </pc:sldChg>
      <pc:sldChg chg="delSp mod">
        <pc:chgData name="Абрамова Надежда Робертовна" userId="98be7548-a651-4b95-923b-e1e51aa70311" providerId="ADAL" clId="{3A7A0262-F72D-CF40-8B9F-871A5CEC706F}" dt="2022-10-07T13:08:41.566" v="111" actId="478"/>
        <pc:sldMkLst>
          <pc:docMk/>
          <pc:sldMk cId="461682808" sldId="295"/>
        </pc:sldMkLst>
        <pc:spChg chg="del">
          <ac:chgData name="Абрамова Надежда Робертовна" userId="98be7548-a651-4b95-923b-e1e51aa70311" providerId="ADAL" clId="{3A7A0262-F72D-CF40-8B9F-871A5CEC706F}" dt="2022-10-07T13:08:41.566" v="111" actId="478"/>
          <ac:spMkLst>
            <pc:docMk/>
            <pc:sldMk cId="461682808" sldId="295"/>
            <ac:spMk id="7" creationId="{FE7EB57C-8144-9C4F-8DED-3C5FD00EA498}"/>
          </ac:spMkLst>
        </pc:spChg>
        <pc:spChg chg="del">
          <ac:chgData name="Абрамова Надежда Робертовна" userId="98be7548-a651-4b95-923b-e1e51aa70311" providerId="ADAL" clId="{3A7A0262-F72D-CF40-8B9F-871A5CEC706F}" dt="2022-10-07T13:08:41.566" v="111" actId="478"/>
          <ac:spMkLst>
            <pc:docMk/>
            <pc:sldMk cId="461682808" sldId="295"/>
            <ac:spMk id="8" creationId="{B55D36F7-D45B-7845-AECA-F7681B2EFC19}"/>
          </ac:spMkLst>
        </pc:spChg>
      </pc:sldChg>
      <pc:sldChg chg="delSp mod">
        <pc:chgData name="Абрамова Надежда Робертовна" userId="98be7548-a651-4b95-923b-e1e51aa70311" providerId="ADAL" clId="{3A7A0262-F72D-CF40-8B9F-871A5CEC706F}" dt="2022-10-07T13:08:58.216" v="112" actId="478"/>
        <pc:sldMkLst>
          <pc:docMk/>
          <pc:sldMk cId="4002175649" sldId="296"/>
        </pc:sldMkLst>
        <pc:spChg chg="del">
          <ac:chgData name="Абрамова Надежда Робертовна" userId="98be7548-a651-4b95-923b-e1e51aa70311" providerId="ADAL" clId="{3A7A0262-F72D-CF40-8B9F-871A5CEC706F}" dt="2022-10-07T13:08:58.216" v="112" actId="478"/>
          <ac:spMkLst>
            <pc:docMk/>
            <pc:sldMk cId="4002175649" sldId="296"/>
            <ac:spMk id="7" creationId="{8540C86E-60B0-604F-8BB6-94B8E0208905}"/>
          </ac:spMkLst>
        </pc:spChg>
        <pc:spChg chg="del">
          <ac:chgData name="Абрамова Надежда Робертовна" userId="98be7548-a651-4b95-923b-e1e51aa70311" providerId="ADAL" clId="{3A7A0262-F72D-CF40-8B9F-871A5CEC706F}" dt="2022-10-07T13:08:58.216" v="112" actId="478"/>
          <ac:spMkLst>
            <pc:docMk/>
            <pc:sldMk cId="4002175649" sldId="296"/>
            <ac:spMk id="8" creationId="{2210E626-73FA-C647-88FC-4EB704C70EB1}"/>
          </ac:spMkLst>
        </pc:spChg>
      </pc:sldChg>
      <pc:sldChg chg="delSp mod">
        <pc:chgData name="Абрамова Надежда Робертовна" userId="98be7548-a651-4b95-923b-e1e51aa70311" providerId="ADAL" clId="{3A7A0262-F72D-CF40-8B9F-871A5CEC706F}" dt="2022-10-07T13:09:09.792" v="113" actId="478"/>
        <pc:sldMkLst>
          <pc:docMk/>
          <pc:sldMk cId="2988048741" sldId="297"/>
        </pc:sldMkLst>
        <pc:spChg chg="del">
          <ac:chgData name="Абрамова Надежда Робертовна" userId="98be7548-a651-4b95-923b-e1e51aa70311" providerId="ADAL" clId="{3A7A0262-F72D-CF40-8B9F-871A5CEC706F}" dt="2022-10-07T13:09:09.792" v="113" actId="478"/>
          <ac:spMkLst>
            <pc:docMk/>
            <pc:sldMk cId="2988048741" sldId="297"/>
            <ac:spMk id="3" creationId="{7D323C45-B329-894C-9560-43EF3302210E}"/>
          </ac:spMkLst>
        </pc:spChg>
        <pc:spChg chg="del">
          <ac:chgData name="Абрамова Надежда Робертовна" userId="98be7548-a651-4b95-923b-e1e51aa70311" providerId="ADAL" clId="{3A7A0262-F72D-CF40-8B9F-871A5CEC706F}" dt="2022-10-07T13:09:09.792" v="113" actId="478"/>
          <ac:spMkLst>
            <pc:docMk/>
            <pc:sldMk cId="2988048741" sldId="297"/>
            <ac:spMk id="4" creationId="{0ADA81B8-0209-EA4C-8306-5853CB70BEE8}"/>
          </ac:spMkLst>
        </pc:spChg>
      </pc:sldChg>
      <pc:sldChg chg="delSp modSp mod">
        <pc:chgData name="Абрамова Надежда Робертовна" userId="98be7548-a651-4b95-923b-e1e51aa70311" providerId="ADAL" clId="{3A7A0262-F72D-CF40-8B9F-871A5CEC706F}" dt="2022-10-10T13:14:06.001" v="176" actId="404"/>
        <pc:sldMkLst>
          <pc:docMk/>
          <pc:sldMk cId="1244032479" sldId="298"/>
        </pc:sldMkLst>
        <pc:spChg chg="mod">
          <ac:chgData name="Абрамова Надежда Робертовна" userId="98be7548-a651-4b95-923b-e1e51aa70311" providerId="ADAL" clId="{3A7A0262-F72D-CF40-8B9F-871A5CEC706F}" dt="2022-10-10T13:14:06.001" v="176" actId="404"/>
          <ac:spMkLst>
            <pc:docMk/>
            <pc:sldMk cId="1244032479" sldId="298"/>
            <ac:spMk id="3" creationId="{9D324D6E-058C-494B-A04D-B41012231273}"/>
          </ac:spMkLst>
        </pc:spChg>
        <pc:spChg chg="del">
          <ac:chgData name="Абрамова Надежда Робертовна" userId="98be7548-a651-4b95-923b-e1e51aa70311" providerId="ADAL" clId="{3A7A0262-F72D-CF40-8B9F-871A5CEC706F}" dt="2022-10-07T13:07:04.050" v="105" actId="478"/>
          <ac:spMkLst>
            <pc:docMk/>
            <pc:sldMk cId="1244032479" sldId="298"/>
            <ac:spMk id="6" creationId="{99CD75B3-F19F-A143-B0D6-2AC02E4F01EF}"/>
          </ac:spMkLst>
        </pc:spChg>
        <pc:spChg chg="del">
          <ac:chgData name="Абрамова Надежда Робертовна" userId="98be7548-a651-4b95-923b-e1e51aa70311" providerId="ADAL" clId="{3A7A0262-F72D-CF40-8B9F-871A5CEC706F}" dt="2022-10-07T13:07:04.050" v="105" actId="478"/>
          <ac:spMkLst>
            <pc:docMk/>
            <pc:sldMk cId="1244032479" sldId="298"/>
            <ac:spMk id="7" creationId="{C4399C93-B52E-AD4F-996E-8B1ABD2AD8AE}"/>
          </ac:spMkLst>
        </pc:spChg>
        <pc:graphicFrameChg chg="mod">
          <ac:chgData name="Абрамова Надежда Робертовна" userId="98be7548-a651-4b95-923b-e1e51aa70311" providerId="ADAL" clId="{3A7A0262-F72D-CF40-8B9F-871A5CEC706F}" dt="2022-10-10T13:13:52.323" v="175"/>
          <ac:graphicFrameMkLst>
            <pc:docMk/>
            <pc:sldMk cId="1244032479" sldId="298"/>
            <ac:graphicFrameMk id="8" creationId="{E3B67526-CF2E-0E4C-932D-4C45937A8F35}"/>
          </ac:graphicFrameMkLst>
        </pc:graphicFrameChg>
      </pc:sldChg>
      <pc:sldChg chg="delSp modSp mod">
        <pc:chgData name="Абрамова Надежда Робертовна" userId="98be7548-a651-4b95-923b-e1e51aa70311" providerId="ADAL" clId="{3A7A0262-F72D-CF40-8B9F-871A5CEC706F}" dt="2022-10-10T13:15:26.520" v="192"/>
        <pc:sldMkLst>
          <pc:docMk/>
          <pc:sldMk cId="4128394876" sldId="299"/>
        </pc:sldMkLst>
        <pc:spChg chg="del">
          <ac:chgData name="Абрамова Надежда Робертовна" userId="98be7548-a651-4b95-923b-e1e51aa70311" providerId="ADAL" clId="{3A7A0262-F72D-CF40-8B9F-871A5CEC706F}" dt="2022-10-07T13:08:10.032" v="108" actId="478"/>
          <ac:spMkLst>
            <pc:docMk/>
            <pc:sldMk cId="4128394876" sldId="299"/>
            <ac:spMk id="7" creationId="{8F16B6AC-7147-4143-8F71-EEB6F782C334}"/>
          </ac:spMkLst>
        </pc:spChg>
        <pc:spChg chg="del">
          <ac:chgData name="Абрамова Надежда Робертовна" userId="98be7548-a651-4b95-923b-e1e51aa70311" providerId="ADAL" clId="{3A7A0262-F72D-CF40-8B9F-871A5CEC706F}" dt="2022-10-07T13:08:10.032" v="108" actId="478"/>
          <ac:spMkLst>
            <pc:docMk/>
            <pc:sldMk cId="4128394876" sldId="299"/>
            <ac:spMk id="8" creationId="{6C9C4F34-55DD-1B49-87D7-49B1EBF7F8EC}"/>
          </ac:spMkLst>
        </pc:spChg>
        <pc:graphicFrameChg chg="mod modGraphic">
          <ac:chgData name="Абрамова Надежда Робертовна" userId="98be7548-a651-4b95-923b-e1e51aa70311" providerId="ADAL" clId="{3A7A0262-F72D-CF40-8B9F-871A5CEC706F}" dt="2022-10-10T13:15:26.520" v="192"/>
          <ac:graphicFrameMkLst>
            <pc:docMk/>
            <pc:sldMk cId="4128394876" sldId="299"/>
            <ac:graphicFrameMk id="9" creationId="{BE7E465B-E4F9-DC4B-9A6F-2C4ACA00E732}"/>
          </ac:graphicFrameMkLst>
        </pc:graphicFrameChg>
      </pc:sldChg>
      <pc:sldChg chg="new ord">
        <pc:chgData name="Абрамова Надежда Робертовна" userId="98be7548-a651-4b95-923b-e1e51aa70311" providerId="ADAL" clId="{3A7A0262-F72D-CF40-8B9F-871A5CEC706F}" dt="2022-10-07T13:03:56.828" v="93" actId="20578"/>
        <pc:sldMkLst>
          <pc:docMk/>
          <pc:sldMk cId="3185509846" sldId="300"/>
        </pc:sldMkLst>
      </pc:sldChg>
      <pc:sldChg chg="new">
        <pc:chgData name="Абрамова Надежда Робертовна" userId="98be7548-a651-4b95-923b-e1e51aa70311" providerId="ADAL" clId="{3A7A0262-F72D-CF40-8B9F-871A5CEC706F}" dt="2022-10-07T13:04:36.530" v="94" actId="680"/>
        <pc:sldMkLst>
          <pc:docMk/>
          <pc:sldMk cId="786614488" sldId="301"/>
        </pc:sldMkLst>
      </pc:sldChg>
      <pc:sldChg chg="new">
        <pc:chgData name="Абрамова Надежда Робертовна" userId="98be7548-a651-4b95-923b-e1e51aa70311" providerId="ADAL" clId="{3A7A0262-F72D-CF40-8B9F-871A5CEC706F}" dt="2022-10-07T13:05:39.059" v="96" actId="680"/>
        <pc:sldMkLst>
          <pc:docMk/>
          <pc:sldMk cId="1247343881" sldId="302"/>
        </pc:sldMkLst>
      </pc:sldChg>
      <pc:sldChg chg="new ord">
        <pc:chgData name="Абрамова Надежда Робертовна" userId="98be7548-a651-4b95-923b-e1e51aa70311" providerId="ADAL" clId="{3A7A0262-F72D-CF40-8B9F-871A5CEC706F}" dt="2022-10-07T13:07:20.994" v="107" actId="20578"/>
        <pc:sldMkLst>
          <pc:docMk/>
          <pc:sldMk cId="1308392120" sldId="303"/>
        </pc:sldMkLst>
      </pc:sldChg>
      <pc:sldChg chg="new">
        <pc:chgData name="Абрамова Надежда Робертовна" userId="98be7548-a651-4b95-923b-e1e51aa70311" providerId="ADAL" clId="{3A7A0262-F72D-CF40-8B9F-871A5CEC706F}" dt="2022-10-07T13:09:19.168" v="114" actId="680"/>
        <pc:sldMkLst>
          <pc:docMk/>
          <pc:sldMk cId="2097425266" sldId="304"/>
        </pc:sldMkLst>
      </pc:sldChg>
      <pc:sldMasterChg chg="modSp addSldLayout modSldLayout">
        <pc:chgData name="Абрамова Надежда Робертовна" userId="98be7548-a651-4b95-923b-e1e51aa70311" providerId="ADAL" clId="{3A7A0262-F72D-CF40-8B9F-871A5CEC706F}" dt="2022-10-19T15:41:34.952" v="194" actId="478"/>
        <pc:sldMasterMkLst>
          <pc:docMk/>
          <pc:sldMasterMk cId="578506015" sldId="2147483648"/>
        </pc:sldMasterMkLst>
        <pc:sldLayoutChg chg="modSp mod">
          <pc:chgData name="Абрамова Надежда Робертовна" userId="98be7548-a651-4b95-923b-e1e51aa70311" providerId="ADAL" clId="{3A7A0262-F72D-CF40-8B9F-871A5CEC706F}" dt="2022-10-07T13:13:36.745" v="133" actId="6014"/>
          <pc:sldLayoutMkLst>
            <pc:docMk/>
            <pc:sldMasterMk cId="578506015" sldId="2147483648"/>
            <pc:sldLayoutMk cId="4182895918" sldId="2147483649"/>
          </pc:sldLayoutMkLst>
          <pc:picChg chg="mod">
            <ac:chgData name="Абрамова Надежда Робертовна" userId="98be7548-a651-4b95-923b-e1e51aa70311" providerId="ADAL" clId="{3A7A0262-F72D-CF40-8B9F-871A5CEC706F}" dt="2022-10-07T12:37:56.784" v="0" actId="14826"/>
            <ac:picMkLst>
              <pc:docMk/>
              <pc:sldMasterMk cId="578506015" sldId="2147483648"/>
              <pc:sldLayoutMk cId="4182895918" sldId="2147483649"/>
              <ac:picMk id="7" creationId="{BA292C80-0DA8-194A-9A66-279048FA2A54}"/>
            </ac:picMkLst>
          </pc:picChg>
        </pc:sldLayoutChg>
        <pc:sldLayoutChg chg="addSp delSp modSp mod">
          <pc:chgData name="Абрамова Надежда Робертовна" userId="98be7548-a651-4b95-923b-e1e51aa70311" providerId="ADAL" clId="{3A7A0262-F72D-CF40-8B9F-871A5CEC706F}" dt="2022-10-07T13:14:02.485" v="136" actId="6014"/>
          <pc:sldLayoutMkLst>
            <pc:docMk/>
            <pc:sldMasterMk cId="578506015" sldId="2147483648"/>
            <pc:sldLayoutMk cId="663795632" sldId="2147483650"/>
          </pc:sldLayoutMkLst>
          <pc:spChg chg="add mod">
            <ac:chgData name="Абрамова Надежда Робертовна" userId="98be7548-a651-4b95-923b-e1e51aa70311" providerId="ADAL" clId="{3A7A0262-F72D-CF40-8B9F-871A5CEC706F}" dt="2022-10-07T12:41:36.967" v="20"/>
            <ac:spMkLst>
              <pc:docMk/>
              <pc:sldMasterMk cId="578506015" sldId="2147483648"/>
              <pc:sldLayoutMk cId="663795632" sldId="2147483650"/>
              <ac:spMk id="2" creationId="{303076C2-6778-96FB-B780-FEF515930096}"/>
            </ac:spMkLst>
          </pc:spChg>
          <pc:spChg chg="del">
            <ac:chgData name="Абрамова Надежда Робертовна" userId="98be7548-a651-4b95-923b-e1e51aa70311" providerId="ADAL" clId="{3A7A0262-F72D-CF40-8B9F-871A5CEC706F}" dt="2022-10-07T12:41:36.553" v="19" actId="478"/>
            <ac:spMkLst>
              <pc:docMk/>
              <pc:sldMasterMk cId="578506015" sldId="2147483648"/>
              <pc:sldLayoutMk cId="663795632" sldId="2147483650"/>
              <ac:spMk id="11" creationId="{05ECCF8F-5855-7943-B503-5573887A534D}"/>
            </ac:spMkLst>
          </pc:spChg>
          <pc:spChg chg="mod">
            <ac:chgData name="Абрамова Надежда Робертовна" userId="98be7548-a651-4b95-923b-e1e51aa70311" providerId="ADAL" clId="{3A7A0262-F72D-CF40-8B9F-871A5CEC706F}" dt="2022-10-07T12:44:41.046" v="53" actId="14100"/>
            <ac:spMkLst>
              <pc:docMk/>
              <pc:sldMasterMk cId="578506015" sldId="2147483648"/>
              <pc:sldLayoutMk cId="663795632" sldId="2147483650"/>
              <ac:spMk id="15" creationId="{87E14987-3496-B241-A4C9-88FACDD837F5}"/>
            </ac:spMkLst>
          </pc:spChg>
        </pc:sldLayoutChg>
        <pc:sldLayoutChg chg="addSp delSp modSp mod">
          <pc:chgData name="Абрамова Надежда Робертовна" userId="98be7548-a651-4b95-923b-e1e51aa70311" providerId="ADAL" clId="{3A7A0262-F72D-CF40-8B9F-871A5CEC706F}" dt="2022-10-07T13:14:22.316" v="137" actId="6014"/>
          <pc:sldLayoutMkLst>
            <pc:docMk/>
            <pc:sldMasterMk cId="578506015" sldId="2147483648"/>
            <pc:sldLayoutMk cId="2507113422" sldId="2147483651"/>
          </pc:sldLayoutMkLst>
          <pc:spChg chg="add mod">
            <ac:chgData name="Абрамова Надежда Робертовна" userId="98be7548-a651-4b95-923b-e1e51aa70311" providerId="ADAL" clId="{3A7A0262-F72D-CF40-8B9F-871A5CEC706F}" dt="2022-10-07T12:41:42.161" v="22"/>
            <ac:spMkLst>
              <pc:docMk/>
              <pc:sldMasterMk cId="578506015" sldId="2147483648"/>
              <pc:sldLayoutMk cId="2507113422" sldId="2147483651"/>
              <ac:spMk id="2" creationId="{819F2188-296C-D6E4-A87F-7FEBCF5365B3}"/>
            </ac:spMkLst>
          </pc:spChg>
          <pc:spChg chg="del">
            <ac:chgData name="Абрамова Надежда Робертовна" userId="98be7548-a651-4b95-923b-e1e51aa70311" providerId="ADAL" clId="{3A7A0262-F72D-CF40-8B9F-871A5CEC706F}" dt="2022-10-07T12:41:41.109" v="21" actId="478"/>
            <ac:spMkLst>
              <pc:docMk/>
              <pc:sldMasterMk cId="578506015" sldId="2147483648"/>
              <pc:sldLayoutMk cId="2507113422" sldId="2147483651"/>
              <ac:spMk id="11" creationId="{66DF89EC-1E7C-3B40-85F4-6D19A7D29AC7}"/>
            </ac:spMkLst>
          </pc:spChg>
          <pc:spChg chg="mod">
            <ac:chgData name="Абрамова Надежда Робертовна" userId="98be7548-a651-4b95-923b-e1e51aa70311" providerId="ADAL" clId="{3A7A0262-F72D-CF40-8B9F-871A5CEC706F}" dt="2022-10-07T12:44:48.370" v="54" actId="14100"/>
            <ac:spMkLst>
              <pc:docMk/>
              <pc:sldMasterMk cId="578506015" sldId="2147483648"/>
              <pc:sldLayoutMk cId="2507113422" sldId="2147483651"/>
              <ac:spMk id="15" creationId="{F0037DB7-9A83-3348-8DAE-CC70560E4099}"/>
            </ac:spMkLst>
          </pc:spChg>
          <pc:spChg chg="del">
            <ac:chgData name="Абрамова Надежда Робертовна" userId="98be7548-a651-4b95-923b-e1e51aa70311" providerId="ADAL" clId="{3A7A0262-F72D-CF40-8B9F-871A5CEC706F}" dt="2022-10-07T12:42:45.350" v="37" actId="478"/>
            <ac:spMkLst>
              <pc:docMk/>
              <pc:sldMasterMk cId="578506015" sldId="2147483648"/>
              <pc:sldLayoutMk cId="2507113422" sldId="2147483651"/>
              <ac:spMk id="20" creationId="{4007716A-CF6E-BC4E-83BE-CC4A3F1F2008}"/>
            </ac:spMkLst>
          </pc:spChg>
          <pc:spChg chg="del">
            <ac:chgData name="Абрамова Надежда Робертовна" userId="98be7548-a651-4b95-923b-e1e51aa70311" providerId="ADAL" clId="{3A7A0262-F72D-CF40-8B9F-871A5CEC706F}" dt="2022-10-07T12:42:48.432" v="38" actId="478"/>
            <ac:spMkLst>
              <pc:docMk/>
              <pc:sldMasterMk cId="578506015" sldId="2147483648"/>
              <pc:sldLayoutMk cId="2507113422" sldId="2147483651"/>
              <ac:spMk id="22" creationId="{4921AC85-F824-C54B-91ED-6AB495D80D7A}"/>
            </ac:spMkLst>
          </pc:spChg>
        </pc:sldLayoutChg>
        <pc:sldLayoutChg chg="addSp delSp modSp mod">
          <pc:chgData name="Абрамова Надежда Робертовна" userId="98be7548-a651-4b95-923b-e1e51aa70311" providerId="ADAL" clId="{3A7A0262-F72D-CF40-8B9F-871A5CEC706F}" dt="2022-10-07T13:28:14.156" v="149"/>
          <pc:sldLayoutMkLst>
            <pc:docMk/>
            <pc:sldMasterMk cId="578506015" sldId="2147483648"/>
            <pc:sldLayoutMk cId="764889845" sldId="2147483652"/>
          </pc:sldLayoutMkLst>
          <pc:spChg chg="add mod">
            <ac:chgData name="Абрамова Надежда Робертовна" userId="98be7548-a651-4b95-923b-e1e51aa70311" providerId="ADAL" clId="{3A7A0262-F72D-CF40-8B9F-871A5CEC706F}" dt="2022-10-07T12:41:47.005" v="24"/>
            <ac:spMkLst>
              <pc:docMk/>
              <pc:sldMasterMk cId="578506015" sldId="2147483648"/>
              <pc:sldLayoutMk cId="764889845" sldId="2147483652"/>
              <ac:spMk id="2" creationId="{6E1D1A8A-1BAA-23BE-0B81-61FD29BE0D3E}"/>
            </ac:spMkLst>
          </pc:spChg>
          <pc:spChg chg="del">
            <ac:chgData name="Абрамова Надежда Робертовна" userId="98be7548-a651-4b95-923b-e1e51aa70311" providerId="ADAL" clId="{3A7A0262-F72D-CF40-8B9F-871A5CEC706F}" dt="2022-10-07T12:41:46.611" v="23" actId="478"/>
            <ac:spMkLst>
              <pc:docMk/>
              <pc:sldMasterMk cId="578506015" sldId="2147483648"/>
              <pc:sldLayoutMk cId="764889845" sldId="2147483652"/>
              <ac:spMk id="12" creationId="{C65A5D7C-EB12-9D4D-A99A-4B26C81B7387}"/>
            </ac:spMkLst>
          </pc:spChg>
          <pc:spChg chg="mod">
            <ac:chgData name="Абрамова Надежда Робертовна" userId="98be7548-a651-4b95-923b-e1e51aa70311" providerId="ADAL" clId="{3A7A0262-F72D-CF40-8B9F-871A5CEC706F}" dt="2022-10-07T12:44:54.276" v="55" actId="14100"/>
            <ac:spMkLst>
              <pc:docMk/>
              <pc:sldMasterMk cId="578506015" sldId="2147483648"/>
              <pc:sldLayoutMk cId="764889845" sldId="2147483652"/>
              <ac:spMk id="16" creationId="{EB05FE86-9EEC-B64C-A6A4-0EF1E57F548F}"/>
            </ac:spMkLst>
          </pc:spChg>
          <pc:spChg chg="del">
            <ac:chgData name="Абрамова Надежда Робертовна" userId="98be7548-a651-4b95-923b-e1e51aa70311" providerId="ADAL" clId="{3A7A0262-F72D-CF40-8B9F-871A5CEC706F}" dt="2022-10-07T12:43:53.594" v="47" actId="478"/>
            <ac:spMkLst>
              <pc:docMk/>
              <pc:sldMasterMk cId="578506015" sldId="2147483648"/>
              <pc:sldLayoutMk cId="764889845" sldId="2147483652"/>
              <ac:spMk id="18" creationId="{897B1CBC-D3E1-5F42-9E46-5C5D5982A1A4}"/>
            </ac:spMkLst>
          </pc:spChg>
          <pc:spChg chg="del">
            <ac:chgData name="Абрамова Надежда Робертовна" userId="98be7548-a651-4b95-923b-e1e51aa70311" providerId="ADAL" clId="{3A7A0262-F72D-CF40-8B9F-871A5CEC706F}" dt="2022-10-07T12:43:53.594" v="47" actId="478"/>
            <ac:spMkLst>
              <pc:docMk/>
              <pc:sldMasterMk cId="578506015" sldId="2147483648"/>
              <pc:sldLayoutMk cId="764889845" sldId="2147483652"/>
              <ac:spMk id="19" creationId="{364269E6-245A-D54E-A8AD-14E29A03FAC1}"/>
            </ac:spMkLst>
          </pc:spChg>
          <pc:spChg chg="mod">
            <ac:chgData name="Абрамова Надежда Робертовна" userId="98be7548-a651-4b95-923b-e1e51aa70311" providerId="ADAL" clId="{3A7A0262-F72D-CF40-8B9F-871A5CEC706F}" dt="2022-10-07T13:28:14.156" v="149"/>
            <ac:spMkLst>
              <pc:docMk/>
              <pc:sldMasterMk cId="578506015" sldId="2147483648"/>
              <pc:sldLayoutMk cId="764889845" sldId="2147483652"/>
              <ac:spMk id="20" creationId="{5812BF3C-1D24-3640-84D2-BFFCA525AE5F}"/>
            </ac:spMkLst>
          </pc:spChg>
        </pc:sldLayoutChg>
        <pc:sldLayoutChg chg="addSp delSp modSp mod">
          <pc:chgData name="Абрамова Надежда Робертовна" userId="98be7548-a651-4b95-923b-e1e51aa70311" providerId="ADAL" clId="{3A7A0262-F72D-CF40-8B9F-871A5CEC706F}" dt="2022-10-07T13:14:58.287" v="139" actId="6014"/>
          <pc:sldLayoutMkLst>
            <pc:docMk/>
            <pc:sldMasterMk cId="578506015" sldId="2147483648"/>
            <pc:sldLayoutMk cId="2057052302" sldId="2147483654"/>
          </pc:sldLayoutMkLst>
          <pc:spChg chg="add mod">
            <ac:chgData name="Абрамова Надежда Робертовна" userId="98be7548-a651-4b95-923b-e1e51aa70311" providerId="ADAL" clId="{3A7A0262-F72D-CF40-8B9F-871A5CEC706F}" dt="2022-10-07T12:41:51.064" v="26"/>
            <ac:spMkLst>
              <pc:docMk/>
              <pc:sldMasterMk cId="578506015" sldId="2147483648"/>
              <pc:sldLayoutMk cId="2057052302" sldId="2147483654"/>
              <ac:spMk id="2" creationId="{CD22D4E5-D665-1D46-C611-B5AA8153EF16}"/>
            </ac:spMkLst>
          </pc:spChg>
          <pc:spChg chg="del">
            <ac:chgData name="Абрамова Надежда Робертовна" userId="98be7548-a651-4b95-923b-e1e51aa70311" providerId="ADAL" clId="{3A7A0262-F72D-CF40-8B9F-871A5CEC706F}" dt="2022-10-07T12:41:50.706" v="25" actId="478"/>
            <ac:spMkLst>
              <pc:docMk/>
              <pc:sldMasterMk cId="578506015" sldId="2147483648"/>
              <pc:sldLayoutMk cId="2057052302" sldId="2147483654"/>
              <ac:spMk id="10" creationId="{30460EF6-ECAD-8941-8132-1B3E005D6067}"/>
            </ac:spMkLst>
          </pc:spChg>
          <pc:spChg chg="mod">
            <ac:chgData name="Абрамова Надежда Робертовна" userId="98be7548-a651-4b95-923b-e1e51aa70311" providerId="ADAL" clId="{3A7A0262-F72D-CF40-8B9F-871A5CEC706F}" dt="2022-10-07T12:45:27.182" v="62" actId="14100"/>
            <ac:spMkLst>
              <pc:docMk/>
              <pc:sldMasterMk cId="578506015" sldId="2147483648"/>
              <pc:sldLayoutMk cId="2057052302" sldId="2147483654"/>
              <ac:spMk id="18" creationId="{37B4962B-A5BA-AB4F-AFB3-5BF3A0AD0352}"/>
            </ac:spMkLst>
          </pc:spChg>
          <pc:spChg chg="del">
            <ac:chgData name="Абрамова Надежда Робертовна" userId="98be7548-a651-4b95-923b-e1e51aa70311" providerId="ADAL" clId="{3A7A0262-F72D-CF40-8B9F-871A5CEC706F}" dt="2022-10-07T12:44:59.292" v="56" actId="478"/>
            <ac:spMkLst>
              <pc:docMk/>
              <pc:sldMasterMk cId="578506015" sldId="2147483648"/>
              <pc:sldLayoutMk cId="2057052302" sldId="2147483654"/>
              <ac:spMk id="19" creationId="{78AD85C2-6CFD-A94C-8134-2B3392A33196}"/>
            </ac:spMkLst>
          </pc:spChg>
          <pc:spChg chg="del">
            <ac:chgData name="Абрамова Надежда Робертовна" userId="98be7548-a651-4b95-923b-e1e51aa70311" providerId="ADAL" clId="{3A7A0262-F72D-CF40-8B9F-871A5CEC706F}" dt="2022-10-07T12:44:59.292" v="56" actId="478"/>
            <ac:spMkLst>
              <pc:docMk/>
              <pc:sldMasterMk cId="578506015" sldId="2147483648"/>
              <pc:sldLayoutMk cId="2057052302" sldId="2147483654"/>
              <ac:spMk id="20" creationId="{C50CF571-E523-5440-B1C9-D74160206AED}"/>
            </ac:spMkLst>
          </pc:spChg>
        </pc:sldLayoutChg>
        <pc:sldLayoutChg chg="addSp delSp modSp mod">
          <pc:chgData name="Абрамова Надежда Робертовна" userId="98be7548-a651-4b95-923b-e1e51aa70311" providerId="ADAL" clId="{3A7A0262-F72D-CF40-8B9F-871A5CEC706F}" dt="2022-10-07T13:15:10.359" v="140" actId="6014"/>
          <pc:sldLayoutMkLst>
            <pc:docMk/>
            <pc:sldMasterMk cId="578506015" sldId="2147483648"/>
            <pc:sldLayoutMk cId="2440160323" sldId="2147483655"/>
          </pc:sldLayoutMkLst>
          <pc:spChg chg="add mod">
            <ac:chgData name="Абрамова Надежда Робертовна" userId="98be7548-a651-4b95-923b-e1e51aa70311" providerId="ADAL" clId="{3A7A0262-F72D-CF40-8B9F-871A5CEC706F}" dt="2022-10-07T12:41:56.220" v="28"/>
            <ac:spMkLst>
              <pc:docMk/>
              <pc:sldMasterMk cId="578506015" sldId="2147483648"/>
              <pc:sldLayoutMk cId="2440160323" sldId="2147483655"/>
              <ac:spMk id="2" creationId="{79175F3C-D697-F284-CCA4-949DC9DC4EE5}"/>
            </ac:spMkLst>
          </pc:spChg>
          <pc:spChg chg="del">
            <ac:chgData name="Абрамова Надежда Робертовна" userId="98be7548-a651-4b95-923b-e1e51aa70311" providerId="ADAL" clId="{3A7A0262-F72D-CF40-8B9F-871A5CEC706F}" dt="2022-10-07T12:41:55.825" v="27" actId="478"/>
            <ac:spMkLst>
              <pc:docMk/>
              <pc:sldMasterMk cId="578506015" sldId="2147483648"/>
              <pc:sldLayoutMk cId="2440160323" sldId="2147483655"/>
              <ac:spMk id="9" creationId="{764502F5-56EE-354B-A3B1-E79F8B005172}"/>
            </ac:spMkLst>
          </pc:spChg>
          <pc:spChg chg="mod">
            <ac:chgData name="Абрамова Надежда Робертовна" userId="98be7548-a651-4b95-923b-e1e51aa70311" providerId="ADAL" clId="{3A7A0262-F72D-CF40-8B9F-871A5CEC706F}" dt="2022-10-07T12:45:18.734" v="61" actId="14100"/>
            <ac:spMkLst>
              <pc:docMk/>
              <pc:sldMasterMk cId="578506015" sldId="2147483648"/>
              <pc:sldLayoutMk cId="2440160323" sldId="2147483655"/>
              <ac:spMk id="16" creationId="{252B365F-6D89-0045-99CC-0F0D3EF2DA0F}"/>
            </ac:spMkLst>
          </pc:spChg>
          <pc:spChg chg="del">
            <ac:chgData name="Абрамова Надежда Робертовна" userId="98be7548-a651-4b95-923b-e1e51aa70311" providerId="ADAL" clId="{3A7A0262-F72D-CF40-8B9F-871A5CEC706F}" dt="2022-10-07T12:45:14.031" v="60" actId="478"/>
            <ac:spMkLst>
              <pc:docMk/>
              <pc:sldMasterMk cId="578506015" sldId="2147483648"/>
              <pc:sldLayoutMk cId="2440160323" sldId="2147483655"/>
              <ac:spMk id="18" creationId="{C9CC4AE0-EDCC-9A4F-97C4-4CAFF1F1EBCF}"/>
            </ac:spMkLst>
          </pc:spChg>
          <pc:spChg chg="del">
            <ac:chgData name="Абрамова Надежда Робертовна" userId="98be7548-a651-4b95-923b-e1e51aa70311" providerId="ADAL" clId="{3A7A0262-F72D-CF40-8B9F-871A5CEC706F}" dt="2022-10-07T12:45:14.031" v="60" actId="478"/>
            <ac:spMkLst>
              <pc:docMk/>
              <pc:sldMasterMk cId="578506015" sldId="2147483648"/>
              <pc:sldLayoutMk cId="2440160323" sldId="2147483655"/>
              <ac:spMk id="20" creationId="{185F6674-A1EC-1846-AEB5-DA4959807147}"/>
            </ac:spMkLst>
          </pc:spChg>
        </pc:sldLayoutChg>
        <pc:sldLayoutChg chg="addSp delSp modSp mod">
          <pc:chgData name="Абрамова Надежда Робертовна" userId="98be7548-a651-4b95-923b-e1e51aa70311" providerId="ADAL" clId="{3A7A0262-F72D-CF40-8B9F-871A5CEC706F}" dt="2022-10-07T13:15:17.500" v="141" actId="6014"/>
          <pc:sldLayoutMkLst>
            <pc:docMk/>
            <pc:sldMasterMk cId="578506015" sldId="2147483648"/>
            <pc:sldLayoutMk cId="323677154" sldId="2147483656"/>
          </pc:sldLayoutMkLst>
          <pc:spChg chg="add mod">
            <ac:chgData name="Абрамова Надежда Робертовна" userId="98be7548-a651-4b95-923b-e1e51aa70311" providerId="ADAL" clId="{3A7A0262-F72D-CF40-8B9F-871A5CEC706F}" dt="2022-10-07T12:42:01.311" v="30"/>
            <ac:spMkLst>
              <pc:docMk/>
              <pc:sldMasterMk cId="578506015" sldId="2147483648"/>
              <pc:sldLayoutMk cId="323677154" sldId="2147483656"/>
              <ac:spMk id="2" creationId="{6E5BA2AA-1728-31CB-C0F3-2AFE560EE042}"/>
            </ac:spMkLst>
          </pc:spChg>
          <pc:spChg chg="del">
            <ac:chgData name="Абрамова Надежда Робертовна" userId="98be7548-a651-4b95-923b-e1e51aa70311" providerId="ADAL" clId="{3A7A0262-F72D-CF40-8B9F-871A5CEC706F}" dt="2022-10-07T12:42:00.899" v="29" actId="478"/>
            <ac:spMkLst>
              <pc:docMk/>
              <pc:sldMasterMk cId="578506015" sldId="2147483648"/>
              <pc:sldLayoutMk cId="323677154" sldId="2147483656"/>
              <ac:spMk id="12" creationId="{F33F65D6-1072-F140-B6A5-758D7B595A92}"/>
            </ac:spMkLst>
          </pc:spChg>
          <pc:spChg chg="mod">
            <ac:chgData name="Абрамова Надежда Робертовна" userId="98be7548-a651-4b95-923b-e1e51aa70311" providerId="ADAL" clId="{3A7A0262-F72D-CF40-8B9F-871A5CEC706F}" dt="2022-10-07T12:45:44.665" v="66" actId="14100"/>
            <ac:spMkLst>
              <pc:docMk/>
              <pc:sldMasterMk cId="578506015" sldId="2147483648"/>
              <pc:sldLayoutMk cId="323677154" sldId="2147483656"/>
              <ac:spMk id="16" creationId="{6809E15B-CD0E-2F47-B500-B457A9CCBB37}"/>
            </ac:spMkLst>
          </pc:spChg>
          <pc:spChg chg="mod">
            <ac:chgData name="Абрамова Надежда Робертовна" userId="98be7548-a651-4b95-923b-e1e51aa70311" providerId="ADAL" clId="{3A7A0262-F72D-CF40-8B9F-871A5CEC706F}" dt="2022-10-07T13:00:18.890" v="82" actId="16037"/>
            <ac:spMkLst>
              <pc:docMk/>
              <pc:sldMasterMk cId="578506015" sldId="2147483648"/>
              <pc:sldLayoutMk cId="323677154" sldId="2147483656"/>
              <ac:spMk id="20" creationId="{DD467C42-8209-B740-8419-DBB6A6F7D5EE}"/>
            </ac:spMkLst>
          </pc:spChg>
          <pc:spChg chg="del">
            <ac:chgData name="Абрамова Надежда Робертовна" userId="98be7548-a651-4b95-923b-e1e51aa70311" providerId="ADAL" clId="{3A7A0262-F72D-CF40-8B9F-871A5CEC706F}" dt="2022-10-07T12:45:35.057" v="63" actId="478"/>
            <ac:spMkLst>
              <pc:docMk/>
              <pc:sldMasterMk cId="578506015" sldId="2147483648"/>
              <pc:sldLayoutMk cId="323677154" sldId="2147483656"/>
              <ac:spMk id="22" creationId="{7E0B9771-35DC-D24C-B598-648DE6F8DE64}"/>
            </ac:spMkLst>
          </pc:spChg>
          <pc:spChg chg="del">
            <ac:chgData name="Абрамова Надежда Робертовна" userId="98be7548-a651-4b95-923b-e1e51aa70311" providerId="ADAL" clId="{3A7A0262-F72D-CF40-8B9F-871A5CEC706F}" dt="2022-10-07T12:45:35.057" v="63" actId="478"/>
            <ac:spMkLst>
              <pc:docMk/>
              <pc:sldMasterMk cId="578506015" sldId="2147483648"/>
              <pc:sldLayoutMk cId="323677154" sldId="2147483656"/>
              <ac:spMk id="23" creationId="{5B1ACD18-BD14-2B4B-BA0A-46A5167E2C75}"/>
            </ac:spMkLst>
          </pc:spChg>
        </pc:sldLayoutChg>
        <pc:sldLayoutChg chg="addSp delSp modSp mod">
          <pc:chgData name="Абрамова Надежда Робертовна" userId="98be7548-a651-4b95-923b-e1e51aa70311" providerId="ADAL" clId="{3A7A0262-F72D-CF40-8B9F-871A5CEC706F}" dt="2022-10-07T13:16:27.208" v="148" actId="6014"/>
          <pc:sldLayoutMkLst>
            <pc:docMk/>
            <pc:sldMasterMk cId="578506015" sldId="2147483648"/>
            <pc:sldLayoutMk cId="319520987" sldId="2147483657"/>
          </pc:sldLayoutMkLst>
          <pc:spChg chg="add mod">
            <ac:chgData name="Абрамова Надежда Робертовна" userId="98be7548-a651-4b95-923b-e1e51aa70311" providerId="ADAL" clId="{3A7A0262-F72D-CF40-8B9F-871A5CEC706F}" dt="2022-10-07T12:42:11.425" v="34"/>
            <ac:spMkLst>
              <pc:docMk/>
              <pc:sldMasterMk cId="578506015" sldId="2147483648"/>
              <pc:sldLayoutMk cId="319520987" sldId="2147483657"/>
              <ac:spMk id="2" creationId="{E96B08B3-6777-47E7-1006-BC9A7F8847C5}"/>
            </ac:spMkLst>
          </pc:spChg>
          <pc:spChg chg="del">
            <ac:chgData name="Абрамова Надежда Робертовна" userId="98be7548-a651-4b95-923b-e1e51aa70311" providerId="ADAL" clId="{3A7A0262-F72D-CF40-8B9F-871A5CEC706F}" dt="2022-10-07T12:42:11.069" v="33" actId="478"/>
            <ac:spMkLst>
              <pc:docMk/>
              <pc:sldMasterMk cId="578506015" sldId="2147483648"/>
              <pc:sldLayoutMk cId="319520987" sldId="2147483657"/>
              <ac:spMk id="12" creationId="{C62171D1-2A5B-7A4A-9760-17CCE51B9802}"/>
            </ac:spMkLst>
          </pc:spChg>
          <pc:spChg chg="mod">
            <ac:chgData name="Абрамова Надежда Робертовна" userId="98be7548-a651-4b95-923b-e1e51aa70311" providerId="ADAL" clId="{3A7A0262-F72D-CF40-8B9F-871A5CEC706F}" dt="2022-10-07T12:46:08.066" v="74" actId="14100"/>
            <ac:spMkLst>
              <pc:docMk/>
              <pc:sldMasterMk cId="578506015" sldId="2147483648"/>
              <pc:sldLayoutMk cId="319520987" sldId="2147483657"/>
              <ac:spMk id="20" creationId="{C0A1CB46-D6D6-5E48-B4F7-CCED4525C46F}"/>
            </ac:spMkLst>
          </pc:spChg>
          <pc:spChg chg="del">
            <ac:chgData name="Абрамова Надежда Робертовна" userId="98be7548-a651-4b95-923b-e1e51aa70311" providerId="ADAL" clId="{3A7A0262-F72D-CF40-8B9F-871A5CEC706F}" dt="2022-10-07T12:45:59.504" v="70" actId="478"/>
            <ac:spMkLst>
              <pc:docMk/>
              <pc:sldMasterMk cId="578506015" sldId="2147483648"/>
              <pc:sldLayoutMk cId="319520987" sldId="2147483657"/>
              <ac:spMk id="21" creationId="{25D35A19-1AA8-204A-BFCA-83B65D59CFF4}"/>
            </ac:spMkLst>
          </pc:spChg>
          <pc:spChg chg="del">
            <ac:chgData name="Абрамова Надежда Робертовна" userId="98be7548-a651-4b95-923b-e1e51aa70311" providerId="ADAL" clId="{3A7A0262-F72D-CF40-8B9F-871A5CEC706F}" dt="2022-10-07T12:45:59.504" v="70" actId="478"/>
            <ac:spMkLst>
              <pc:docMk/>
              <pc:sldMasterMk cId="578506015" sldId="2147483648"/>
              <pc:sldLayoutMk cId="319520987" sldId="2147483657"/>
              <ac:spMk id="22" creationId="{3557077C-F503-0B4A-82A2-54D21547E589}"/>
            </ac:spMkLst>
          </pc:spChg>
          <pc:picChg chg="add del mod">
            <ac:chgData name="Абрамова Надежда Робертовна" userId="98be7548-a651-4b95-923b-e1e51aa70311" providerId="ADAL" clId="{3A7A0262-F72D-CF40-8B9F-871A5CEC706F}" dt="2022-10-07T12:46:57.486" v="76" actId="478"/>
            <ac:picMkLst>
              <pc:docMk/>
              <pc:sldMasterMk cId="578506015" sldId="2147483648"/>
              <pc:sldLayoutMk cId="319520987" sldId="2147483657"/>
              <ac:picMk id="3" creationId="{E5FEA333-66B4-B24A-C3F9-799CADFE8ED3}"/>
            </ac:picMkLst>
          </pc:picChg>
        </pc:sldLayoutChg>
        <pc:sldLayoutChg chg="addSp delSp modSp mod">
          <pc:chgData name="Абрамова Надежда Робертовна" userId="98be7548-a651-4b95-923b-e1e51aa70311" providerId="ADAL" clId="{3A7A0262-F72D-CF40-8B9F-871A5CEC706F}" dt="2022-10-10T12:47:19.452" v="153" actId="478"/>
          <pc:sldLayoutMkLst>
            <pc:docMk/>
            <pc:sldMasterMk cId="578506015" sldId="2147483648"/>
            <pc:sldLayoutMk cId="3867054648" sldId="2147483658"/>
          </pc:sldLayoutMkLst>
          <pc:spChg chg="add mod">
            <ac:chgData name="Абрамова Надежда Робертовна" userId="98be7548-a651-4b95-923b-e1e51aa70311" providerId="ADAL" clId="{3A7A0262-F72D-CF40-8B9F-871A5CEC706F}" dt="2022-10-07T12:42:06.003" v="32"/>
            <ac:spMkLst>
              <pc:docMk/>
              <pc:sldMasterMk cId="578506015" sldId="2147483648"/>
              <pc:sldLayoutMk cId="3867054648" sldId="2147483658"/>
              <ac:spMk id="2" creationId="{3248AC60-C055-4FC2-9350-970DB9C40049}"/>
            </ac:spMkLst>
          </pc:spChg>
          <pc:spChg chg="add del mod">
            <ac:chgData name="Абрамова Надежда Робертовна" userId="98be7548-a651-4b95-923b-e1e51aa70311" providerId="ADAL" clId="{3A7A0262-F72D-CF40-8B9F-871A5CEC706F}" dt="2022-10-10T12:47:19.452" v="153" actId="478"/>
            <ac:spMkLst>
              <pc:docMk/>
              <pc:sldMasterMk cId="578506015" sldId="2147483648"/>
              <pc:sldLayoutMk cId="3867054648" sldId="2147483658"/>
              <ac:spMk id="3" creationId="{2842F90F-8FEE-3157-5F8C-2879CE99C6A0}"/>
            </ac:spMkLst>
          </pc:spChg>
          <pc:spChg chg="del">
            <ac:chgData name="Абрамова Надежда Робертовна" userId="98be7548-a651-4b95-923b-e1e51aa70311" providerId="ADAL" clId="{3A7A0262-F72D-CF40-8B9F-871A5CEC706F}" dt="2022-10-07T12:42:05.613" v="31" actId="478"/>
            <ac:spMkLst>
              <pc:docMk/>
              <pc:sldMasterMk cId="578506015" sldId="2147483648"/>
              <pc:sldLayoutMk cId="3867054648" sldId="2147483658"/>
              <ac:spMk id="11" creationId="{3A39D099-B515-F343-BF7A-A95468DA3860}"/>
            </ac:spMkLst>
          </pc:spChg>
          <pc:spChg chg="mod">
            <ac:chgData name="Абрамова Надежда Робертовна" userId="98be7548-a651-4b95-923b-e1e51aa70311" providerId="ADAL" clId="{3A7A0262-F72D-CF40-8B9F-871A5CEC706F}" dt="2022-10-07T13:15:51.930" v="143" actId="20577"/>
            <ac:spMkLst>
              <pc:docMk/>
              <pc:sldMasterMk cId="578506015" sldId="2147483648"/>
              <pc:sldLayoutMk cId="3867054648" sldId="2147483658"/>
              <ac:spMk id="19" creationId="{1C20890C-BC1C-0745-9AF3-46700BA27C4A}"/>
            </ac:spMkLst>
          </pc:spChg>
          <pc:spChg chg="mod">
            <ac:chgData name="Абрамова Надежда Робертовна" userId="98be7548-a651-4b95-923b-e1e51aa70311" providerId="ADAL" clId="{3A7A0262-F72D-CF40-8B9F-871A5CEC706F}" dt="2022-10-07T13:16:02.359" v="146" actId="20577"/>
            <ac:spMkLst>
              <pc:docMk/>
              <pc:sldMasterMk cId="578506015" sldId="2147483648"/>
              <pc:sldLayoutMk cId="3867054648" sldId="2147483658"/>
              <ac:spMk id="20" creationId="{CA2589F7-4500-024F-8E07-D726629A599C}"/>
            </ac:spMkLst>
          </pc:spChg>
          <pc:spChg chg="mod">
            <ac:chgData name="Абрамова Надежда Робертовна" userId="98be7548-a651-4b95-923b-e1e51aa70311" providerId="ADAL" clId="{3A7A0262-F72D-CF40-8B9F-871A5CEC706F}" dt="2022-10-07T12:45:56.163" v="69" actId="14100"/>
            <ac:spMkLst>
              <pc:docMk/>
              <pc:sldMasterMk cId="578506015" sldId="2147483648"/>
              <pc:sldLayoutMk cId="3867054648" sldId="2147483658"/>
              <ac:spMk id="41" creationId="{800F6957-CEFF-924E-B258-5B51A5196DEB}"/>
            </ac:spMkLst>
          </pc:spChg>
          <pc:spChg chg="del">
            <ac:chgData name="Абрамова Надежда Робертовна" userId="98be7548-a651-4b95-923b-e1e51aa70311" providerId="ADAL" clId="{3A7A0262-F72D-CF40-8B9F-871A5CEC706F}" dt="2022-10-07T12:45:50.313" v="67" actId="478"/>
            <ac:spMkLst>
              <pc:docMk/>
              <pc:sldMasterMk cId="578506015" sldId="2147483648"/>
              <pc:sldLayoutMk cId="3867054648" sldId="2147483658"/>
              <ac:spMk id="42" creationId="{8FD4982C-EBD6-6D4D-A16B-212CB048938C}"/>
            </ac:spMkLst>
          </pc:spChg>
          <pc:spChg chg="del">
            <ac:chgData name="Абрамова Надежда Робертовна" userId="98be7548-a651-4b95-923b-e1e51aa70311" providerId="ADAL" clId="{3A7A0262-F72D-CF40-8B9F-871A5CEC706F}" dt="2022-10-07T12:45:50.313" v="67" actId="478"/>
            <ac:spMkLst>
              <pc:docMk/>
              <pc:sldMasterMk cId="578506015" sldId="2147483648"/>
              <pc:sldLayoutMk cId="3867054648" sldId="2147483658"/>
              <ac:spMk id="43" creationId="{733D5CDE-163B-C148-A20F-A808E0652336}"/>
            </ac:spMkLst>
          </pc:spChg>
        </pc:sldLayoutChg>
        <pc:sldLayoutChg chg="addSp delSp modSp mod">
          <pc:chgData name="Абрамова Надежда Робертовна" userId="98be7548-a651-4b95-923b-e1e51aa70311" providerId="ADAL" clId="{3A7A0262-F72D-CF40-8B9F-871A5CEC706F}" dt="2022-10-19T15:41:34.952" v="194" actId="478"/>
          <pc:sldLayoutMkLst>
            <pc:docMk/>
            <pc:sldMasterMk cId="578506015" sldId="2147483648"/>
            <pc:sldLayoutMk cId="1387064287" sldId="2147483659"/>
          </pc:sldLayoutMkLst>
          <pc:picChg chg="add del mod">
            <ac:chgData name="Абрамова Надежда Робертовна" userId="98be7548-a651-4b95-923b-e1e51aa70311" providerId="ADAL" clId="{3A7A0262-F72D-CF40-8B9F-871A5CEC706F}" dt="2022-10-19T15:41:34.952" v="194" actId="478"/>
            <ac:picMkLst>
              <pc:docMk/>
              <pc:sldMasterMk cId="578506015" sldId="2147483648"/>
              <pc:sldLayoutMk cId="1387064287" sldId="2147483659"/>
              <ac:picMk id="2" creationId="{BC627939-CFCA-858B-F8D2-BC39B5C1C52E}"/>
            </ac:picMkLst>
          </pc:picChg>
          <pc:picChg chg="add mod">
            <ac:chgData name="Абрамова Надежда Робертовна" userId="98be7548-a651-4b95-923b-e1e51aa70311" providerId="ADAL" clId="{3A7A0262-F72D-CF40-8B9F-871A5CEC706F}" dt="2022-10-07T13:32:59.203" v="151" actId="14826"/>
            <ac:picMkLst>
              <pc:docMk/>
              <pc:sldMasterMk cId="578506015" sldId="2147483648"/>
              <pc:sldLayoutMk cId="1387064287" sldId="2147483659"/>
              <ac:picMk id="4" creationId="{2FF90A89-AE54-2663-0379-23A682FEA283}"/>
            </ac:picMkLst>
          </pc:picChg>
        </pc:sldLayoutChg>
        <pc:sldLayoutChg chg="modSp mod">
          <pc:chgData name="Абрамова Надежда Робертовна" userId="98be7548-a651-4b95-923b-e1e51aa70311" providerId="ADAL" clId="{3A7A0262-F72D-CF40-8B9F-871A5CEC706F}" dt="2022-10-07T13:13:46.712" v="134" actId="6014"/>
          <pc:sldLayoutMkLst>
            <pc:docMk/>
            <pc:sldMasterMk cId="578506015" sldId="2147483648"/>
            <pc:sldLayoutMk cId="1341287480" sldId="2147483660"/>
          </pc:sldLayoutMkLst>
          <pc:spChg chg="mod">
            <ac:chgData name="Абрамова Надежда Робертовна" userId="98be7548-a651-4b95-923b-e1e51aa70311" providerId="ADAL" clId="{3A7A0262-F72D-CF40-8B9F-871A5CEC706F}" dt="2022-10-07T12:41:21.974" v="16" actId="1036"/>
            <ac:spMkLst>
              <pc:docMk/>
              <pc:sldMasterMk cId="578506015" sldId="2147483648"/>
              <pc:sldLayoutMk cId="1341287480" sldId="2147483660"/>
              <ac:spMk id="17" creationId="{24D3A12E-0E10-C441-81D2-C3C1EB6A0537}"/>
            </ac:spMkLst>
          </pc:spChg>
          <pc:spChg chg="mod">
            <ac:chgData name="Абрамова Надежда Робертовна" userId="98be7548-a651-4b95-923b-e1e51aa70311" providerId="ADAL" clId="{3A7A0262-F72D-CF40-8B9F-871A5CEC706F}" dt="2022-10-07T12:44:33.981" v="52" actId="14100"/>
            <ac:spMkLst>
              <pc:docMk/>
              <pc:sldMasterMk cId="578506015" sldId="2147483648"/>
              <pc:sldLayoutMk cId="1341287480" sldId="2147483660"/>
              <ac:spMk id="38" creationId="{7FB4A275-856E-364D-8AA4-2071AADC6AAA}"/>
            </ac:spMkLst>
          </pc:spChg>
        </pc:sldLayoutChg>
        <pc:sldLayoutChg chg="addSp delSp modSp mod">
          <pc:chgData name="Абрамова Надежда Робертовна" userId="98be7548-a651-4b95-923b-e1e51aa70311" providerId="ADAL" clId="{3A7A0262-F72D-CF40-8B9F-871A5CEC706F}" dt="2022-10-07T13:13:54.520" v="135" actId="6014"/>
          <pc:sldLayoutMkLst>
            <pc:docMk/>
            <pc:sldMasterMk cId="578506015" sldId="2147483648"/>
            <pc:sldLayoutMk cId="3527183405" sldId="2147483661"/>
          </pc:sldLayoutMkLst>
          <pc:spChg chg="add mod">
            <ac:chgData name="Абрамова Надежда Робертовна" userId="98be7548-a651-4b95-923b-e1e51aa70311" providerId="ADAL" clId="{3A7A0262-F72D-CF40-8B9F-871A5CEC706F}" dt="2022-10-07T12:41:32.237" v="18"/>
            <ac:spMkLst>
              <pc:docMk/>
              <pc:sldMasterMk cId="578506015" sldId="2147483648"/>
              <pc:sldLayoutMk cId="3527183405" sldId="2147483661"/>
              <ac:spMk id="2" creationId="{6173299C-58DF-E6BF-78E7-242FB7710AFB}"/>
            </ac:spMkLst>
          </pc:spChg>
          <pc:spChg chg="del">
            <ac:chgData name="Абрамова Надежда Робертовна" userId="98be7548-a651-4b95-923b-e1e51aa70311" providerId="ADAL" clId="{3A7A0262-F72D-CF40-8B9F-871A5CEC706F}" dt="2022-10-07T12:41:31.731" v="17" actId="478"/>
            <ac:spMkLst>
              <pc:docMk/>
              <pc:sldMasterMk cId="578506015" sldId="2147483648"/>
              <pc:sldLayoutMk cId="3527183405" sldId="2147483661"/>
              <ac:spMk id="11" creationId="{55E88681-53A8-3B45-B80A-372EDFB53883}"/>
            </ac:spMkLst>
          </pc:spChg>
          <pc:spChg chg="mod">
            <ac:chgData name="Абрамова Надежда Робертовна" userId="98be7548-a651-4b95-923b-e1e51aa70311" providerId="ADAL" clId="{3A7A0262-F72D-CF40-8B9F-871A5CEC706F}" dt="2022-10-07T13:05:04.774" v="95" actId="20577"/>
            <ac:spMkLst>
              <pc:docMk/>
              <pc:sldMasterMk cId="578506015" sldId="2147483648"/>
              <pc:sldLayoutMk cId="3527183405" sldId="2147483661"/>
              <ac:spMk id="17" creationId="{66FAD63B-F743-0F47-BBE3-D7731766705A}"/>
            </ac:spMkLst>
          </pc:spChg>
          <pc:spChg chg="mod">
            <ac:chgData name="Абрамова Надежда Робертовна" userId="98be7548-a651-4b95-923b-e1e51aa70311" providerId="ADAL" clId="{3A7A0262-F72D-CF40-8B9F-871A5CEC706F}" dt="2022-10-07T12:44:26.423" v="51" actId="14100"/>
            <ac:spMkLst>
              <pc:docMk/>
              <pc:sldMasterMk cId="578506015" sldId="2147483648"/>
              <pc:sldLayoutMk cId="3527183405" sldId="2147483661"/>
              <ac:spMk id="21" creationId="{45421580-30B9-AE44-9576-3890C98F5E85}"/>
            </ac:spMkLst>
          </pc:spChg>
        </pc:sldLayoutChg>
        <pc:sldLayoutChg chg="modSp mod">
          <pc:chgData name="Абрамова Надежда Робертовна" userId="98be7548-a651-4b95-923b-e1e51aa70311" providerId="ADAL" clId="{3A7A0262-F72D-CF40-8B9F-871A5CEC706F}" dt="2022-10-07T13:13:22.671" v="132" actId="6014"/>
          <pc:sldLayoutMkLst>
            <pc:docMk/>
            <pc:sldMasterMk cId="578506015" sldId="2147483648"/>
            <pc:sldLayoutMk cId="138171792" sldId="2147483662"/>
          </pc:sldLayoutMkLst>
          <pc:picChg chg="mod">
            <ac:chgData name="Абрамова Надежда Робертовна" userId="98be7548-a651-4b95-923b-e1e51aa70311" providerId="ADAL" clId="{3A7A0262-F72D-CF40-8B9F-871A5CEC706F}" dt="2022-10-07T12:38:32.446" v="1" actId="14826"/>
            <ac:picMkLst>
              <pc:docMk/>
              <pc:sldMasterMk cId="578506015" sldId="2147483648"/>
              <pc:sldLayoutMk cId="138171792" sldId="2147483662"/>
              <ac:picMk id="7" creationId="{BA292C80-0DA8-194A-9A66-279048FA2A54}"/>
            </ac:picMkLst>
          </pc:picChg>
        </pc:sldLayoutChg>
        <pc:sldLayoutChg chg="addSp delSp modSp add mod modTransition setBg">
          <pc:chgData name="Абрамова Надежда Робертовна" userId="98be7548-a651-4b95-923b-e1e51aa70311" providerId="ADAL" clId="{3A7A0262-F72D-CF40-8B9F-871A5CEC706F}" dt="2022-10-19T15:41:31.083" v="193" actId="478"/>
          <pc:sldLayoutMkLst>
            <pc:docMk/>
            <pc:sldMasterMk cId="578506015" sldId="2147483648"/>
            <pc:sldLayoutMk cId="177576943" sldId="2147483663"/>
          </pc:sldLayoutMkLst>
          <pc:picChg chg="del">
            <ac:chgData name="Абрамова Надежда Робертовна" userId="98be7548-a651-4b95-923b-e1e51aa70311" providerId="ADAL" clId="{3A7A0262-F72D-CF40-8B9F-871A5CEC706F}" dt="2022-10-07T12:47:06.700" v="79" actId="478"/>
            <ac:picMkLst>
              <pc:docMk/>
              <pc:sldMasterMk cId="578506015" sldId="2147483648"/>
              <pc:sldLayoutMk cId="177576943" sldId="2147483663"/>
              <ac:picMk id="2" creationId="{BC627939-CFCA-858B-F8D2-BC39B5C1C52E}"/>
            </ac:picMkLst>
          </pc:picChg>
          <pc:picChg chg="add del mod">
            <ac:chgData name="Абрамова Надежда Робертовна" userId="98be7548-a651-4b95-923b-e1e51aa70311" providerId="ADAL" clId="{3A7A0262-F72D-CF40-8B9F-871A5CEC706F}" dt="2022-10-19T15:41:31.083" v="193" actId="478"/>
            <ac:picMkLst>
              <pc:docMk/>
              <pc:sldMasterMk cId="578506015" sldId="2147483648"/>
              <pc:sldLayoutMk cId="177576943" sldId="2147483663"/>
              <ac:picMk id="3" creationId="{A1B218A1-7386-AA31-49EB-CD1D8D56FE04}"/>
            </ac:picMkLst>
          </pc:picChg>
          <pc:picChg chg="add mod">
            <ac:chgData name="Абрамова Надежда Робертовна" userId="98be7548-a651-4b95-923b-e1e51aa70311" providerId="ADAL" clId="{3A7A0262-F72D-CF40-8B9F-871A5CEC706F}" dt="2022-10-07T13:32:38.060" v="150" actId="14826"/>
            <ac:picMkLst>
              <pc:docMk/>
              <pc:sldMasterMk cId="578506015" sldId="2147483648"/>
              <pc:sldLayoutMk cId="177576943" sldId="2147483663"/>
              <ac:picMk id="4" creationId="{5C6B7009-4F48-82D8-5D35-176EF384F0A2}"/>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10/2/26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6C748903-8EB5-294E-A216-6B54B0368783}" type="slidenum">
              <a:rPr lang="en-RU" smtClean="0"/>
              <a:t>3</a:t>
            </a:fld>
            <a:endParaRPr lang="en-RU"/>
          </a:p>
        </p:txBody>
      </p:sp>
    </p:spTree>
    <p:extLst>
      <p:ext uri="{BB962C8B-B14F-4D97-AF65-F5344CB8AC3E}">
        <p14:creationId xmlns:p14="http://schemas.microsoft.com/office/powerpoint/2010/main" val="2992737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6C748903-8EB5-294E-A216-6B54B0368783}" type="slidenum">
              <a:rPr lang="en-RU" smtClean="0"/>
              <a:t>5</a:t>
            </a:fld>
            <a:endParaRPr lang="en-RU"/>
          </a:p>
        </p:txBody>
      </p:sp>
    </p:spTree>
    <p:extLst>
      <p:ext uri="{BB962C8B-B14F-4D97-AF65-F5344CB8AC3E}">
        <p14:creationId xmlns:p14="http://schemas.microsoft.com/office/powerpoint/2010/main" val="1039627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6C748903-8EB5-294E-A216-6B54B0368783}" type="slidenum">
              <a:rPr lang="en-RU" smtClean="0"/>
              <a:t>12</a:t>
            </a:fld>
            <a:endParaRPr lang="en-RU"/>
          </a:p>
        </p:txBody>
      </p:sp>
    </p:spTree>
    <p:extLst>
      <p:ext uri="{BB962C8B-B14F-4D97-AF65-F5344CB8AC3E}">
        <p14:creationId xmlns:p14="http://schemas.microsoft.com/office/powerpoint/2010/main" val="4588384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1027967" y="6189042"/>
            <a:ext cx="2217738" cy="23004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 </a:t>
            </a: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13817179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chemeClr val="bg1"/>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solidFill>
                  <a:schemeClr val="bg1"/>
                </a:solidFill>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bg1"/>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1027967" y="6189042"/>
            <a:ext cx="2217738" cy="23004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bg1"/>
                </a:solidFill>
                <a:latin typeface="HSE Sans" panose="02000000000000000000" pitchFamily="2" charset="0"/>
              </a:defRPr>
            </a:lvl1pPr>
          </a:lstStyle>
          <a:p>
            <a:r>
              <a:rPr lang="en-US" sz="1200" dirty="0">
                <a:latin typeface="HSE Sans" panose="02000000000000000000" pitchFamily="2" charset="0"/>
              </a:rPr>
              <a:t>Moscow </a:t>
            </a: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chemeClr val="bg1"/>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_1">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TextBox 16">
            <a:extLst>
              <a:ext uri="{FF2B5EF4-FFF2-40B4-BE49-F238E27FC236}">
                <a16:creationId xmlns:a16="http://schemas.microsoft.com/office/drawing/2014/main" id="{24D3A12E-0E10-C441-81D2-C3C1EB6A0537}"/>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8" y="540904"/>
            <a:ext cx="217454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_2">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173299C-58DF-E6BF-78E7-242FB7710AFB}"/>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_3">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303076C2-6778-96FB-B780-FEF515930096}"/>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Сhart_1">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8" y="540904"/>
            <a:ext cx="217454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819F2188-296C-D6E4-A87F-7FEBCF5365B3}"/>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hart_2">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E1D1A8A-1BAA-23BE-0B81-61FD29BE0D3E}"/>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s">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2189530"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CD22D4E5-D665-1D46-C611-B5AA8153EF16}"/>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05705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79175F3C-D697-F284-CCA4-949DC9DC4EE5}"/>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440160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_2">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p>
          <a:p>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E5BA2AA-1728-31CB-C0F3-2AFE560EE042}"/>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ors">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colors: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colors; you may correctly ask what colors can be used and where to find them. We advise using HSE University’s official color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3248AC60-C055-4FC2-9350-970DB9C40049}"/>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867054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ean">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p>
        </p:txBody>
      </p:sp>
      <p:sp>
        <p:nvSpPr>
          <p:cNvPr id="2" name="TextBox 1">
            <a:extLst>
              <a:ext uri="{FF2B5EF4-FFF2-40B4-BE49-F238E27FC236}">
                <a16:creationId xmlns:a16="http://schemas.microsoft.com/office/drawing/2014/main" id="{E96B08B3-6777-47E7-1006-BC9A7F8847C5}"/>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nal_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F90A89-AE54-2663-0379-23A682FEA283}"/>
              </a:ext>
            </a:extLst>
          </p:cNvPr>
          <p:cNvPicPr>
            <a:picLocks noChangeAspect="1"/>
          </p:cNvPicPr>
          <p:nvPr userDrawn="1"/>
        </p:nvPicPr>
        <p:blipFill>
          <a:blip r:embed="rId2"/>
          <a:srcRect/>
          <a:stretch/>
        </p:blipFill>
        <p:spPr>
          <a:xfrm>
            <a:off x="5196000" y="2529000"/>
            <a:ext cx="1800000" cy="1800000"/>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nal_2">
    <p:bg>
      <p:bgPr>
        <a:solidFill>
          <a:srgbClr val="0E2D69"/>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6B7009-4F48-82D8-5D35-176EF384F0A2}"/>
              </a:ext>
            </a:extLst>
          </p:cNvPr>
          <p:cNvPicPr>
            <a:picLocks noChangeAspect="1"/>
          </p:cNvPicPr>
          <p:nvPr userDrawn="1"/>
        </p:nvPicPr>
        <p:blipFill>
          <a:blip r:embed="rId2"/>
          <a:srcRect/>
          <a:stretch/>
        </p:blipFill>
        <p:spPr>
          <a:xfrm>
            <a:off x="5196000" y="2529000"/>
            <a:ext cx="1800000" cy="1800000"/>
          </a:xfrm>
          <a:prstGeom prst="rect">
            <a:avLst/>
          </a:prstGeom>
        </p:spPr>
      </p:pic>
    </p:spTree>
    <p:extLst>
      <p:ext uri="{BB962C8B-B14F-4D97-AF65-F5344CB8AC3E}">
        <p14:creationId xmlns:p14="http://schemas.microsoft.com/office/powerpoint/2010/main" val="17757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60" r:id="rId3"/>
    <p:sldLayoutId id="2147483661" r:id="rId4"/>
    <p:sldLayoutId id="2147483650" r:id="rId5"/>
    <p:sldLayoutId id="2147483651" r:id="rId6"/>
    <p:sldLayoutId id="2147483652" r:id="rId7"/>
    <p:sldLayoutId id="2147483654" r:id="rId8"/>
    <p:sldLayoutId id="2147483655" r:id="rId9"/>
    <p:sldLayoutId id="2147483656" r:id="rId10"/>
    <p:sldLayoutId id="2147483658" r:id="rId11"/>
    <p:sldLayoutId id="2147483657" r:id="rId12"/>
    <p:sldLayoutId id="2147483659"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a:xfrm>
            <a:off x="1027967" y="3326322"/>
            <a:ext cx="9604591" cy="593711"/>
          </a:xfrm>
        </p:spPr>
        <p:txBody>
          <a:bodyPr>
            <a:normAutofit fontScale="90000"/>
          </a:bodyPr>
          <a:lstStyle/>
          <a:p>
            <a:r>
              <a:rPr lang="en-US" altLang="zh-CN" sz="4000" dirty="0"/>
              <a:t>KV Cache method for accelerating LLM inference</a:t>
            </a:r>
            <a:endParaRPr lang="ru-RU" sz="4000" dirty="0"/>
          </a:p>
        </p:txBody>
      </p:sp>
      <p:sp>
        <p:nvSpPr>
          <p:cNvPr id="3" name="Текст 2">
            <a:extLst>
              <a:ext uri="{FF2B5EF4-FFF2-40B4-BE49-F238E27FC236}">
                <a16:creationId xmlns:a16="http://schemas.microsoft.com/office/drawing/2014/main" id="{268EB560-A246-394A-858C-3B1CFBF03B46}"/>
              </a:ext>
            </a:extLst>
          </p:cNvPr>
          <p:cNvSpPr>
            <a:spLocks noGrp="1"/>
          </p:cNvSpPr>
          <p:nvPr>
            <p:ph type="body" sz="quarter" idx="10"/>
          </p:nvPr>
        </p:nvSpPr>
        <p:spPr/>
        <p:txBody>
          <a:bodyPr anchor="ctr"/>
          <a:lstStyle/>
          <a:p>
            <a:r>
              <a:rPr lang="en-US" altLang="zh-CN" dirty="0"/>
              <a:t>Faculty</a:t>
            </a:r>
            <a:r>
              <a:rPr lang="zh-CN" altLang="en-US" dirty="0"/>
              <a:t> </a:t>
            </a:r>
            <a:r>
              <a:rPr lang="en-US" altLang="zh-CN" dirty="0"/>
              <a:t>of</a:t>
            </a:r>
            <a:r>
              <a:rPr lang="zh-CN" altLang="en-US" dirty="0"/>
              <a:t> </a:t>
            </a:r>
            <a:r>
              <a:rPr lang="en-US" altLang="zh-CN" dirty="0"/>
              <a:t>Computer</a:t>
            </a:r>
            <a:r>
              <a:rPr lang="zh-CN" altLang="en-US" dirty="0"/>
              <a:t> </a:t>
            </a:r>
            <a:r>
              <a:rPr lang="en-US" altLang="zh-CN" dirty="0"/>
              <a:t>Science</a:t>
            </a:r>
            <a:endParaRPr lang="ru-RU" dirty="0"/>
          </a:p>
        </p:txBody>
      </p:sp>
      <p:sp>
        <p:nvSpPr>
          <p:cNvPr id="5" name="Текст 4">
            <a:extLst>
              <a:ext uri="{FF2B5EF4-FFF2-40B4-BE49-F238E27FC236}">
                <a16:creationId xmlns:a16="http://schemas.microsoft.com/office/drawing/2014/main" id="{CC6432FC-CD29-4D47-A915-D2737E0BEA33}"/>
              </a:ext>
            </a:extLst>
          </p:cNvPr>
          <p:cNvSpPr>
            <a:spLocks noGrp="1"/>
          </p:cNvSpPr>
          <p:nvPr>
            <p:ph type="body" idx="12"/>
          </p:nvPr>
        </p:nvSpPr>
        <p:spPr/>
        <p:txBody>
          <a:bodyPr/>
          <a:lstStyle/>
          <a:p>
            <a:r>
              <a:rPr lang="en-US" altLang="zh-CN" dirty="0"/>
              <a:t>Moscow</a:t>
            </a:r>
            <a:r>
              <a:rPr lang="zh-CN" altLang="en-US" dirty="0"/>
              <a:t> </a:t>
            </a:r>
            <a:r>
              <a:rPr lang="en-US" altLang="zh-CN" dirty="0"/>
              <a:t>2026</a:t>
            </a:r>
            <a:endParaRPr lang="ru-RU" dirty="0"/>
          </a:p>
        </p:txBody>
      </p:sp>
    </p:spTree>
    <p:extLst>
      <p:ext uri="{BB962C8B-B14F-4D97-AF65-F5344CB8AC3E}">
        <p14:creationId xmlns:p14="http://schemas.microsoft.com/office/powerpoint/2010/main" val="145221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a:xfrm>
            <a:off x="1133528" y="502639"/>
            <a:ext cx="4065793" cy="415925"/>
          </a:xfrm>
        </p:spPr>
        <p:txBody>
          <a:bodyPr anchor="ctr"/>
          <a:lstStyle/>
          <a:p>
            <a:r>
              <a:rPr lang="en-US" altLang="zh-CN" sz="1400" dirty="0"/>
              <a:t>Basic Structure of Large Language Models</a:t>
            </a:r>
            <a:endParaRPr lang="ru-RU" sz="1400" dirty="0"/>
          </a:p>
        </p:txBody>
      </p:sp>
      <p:pic>
        <p:nvPicPr>
          <p:cNvPr id="12" name="Picture 11" descr="A diagram of a process&#10;&#10;AI-generated content may be incorrect.">
            <a:extLst>
              <a:ext uri="{FF2B5EF4-FFF2-40B4-BE49-F238E27FC236}">
                <a16:creationId xmlns:a16="http://schemas.microsoft.com/office/drawing/2014/main" id="{8CFDB2AC-8715-88AE-85F7-EA709D9F6CEB}"/>
              </a:ext>
            </a:extLst>
          </p:cNvPr>
          <p:cNvPicPr>
            <a:picLocks noChangeAspect="1"/>
          </p:cNvPicPr>
          <p:nvPr/>
        </p:nvPicPr>
        <p:blipFill>
          <a:blip r:embed="rId2"/>
          <a:srcRect l="61022" r="6728" b="-569"/>
          <a:stretch>
            <a:fillRect/>
          </a:stretch>
        </p:blipFill>
        <p:spPr>
          <a:xfrm>
            <a:off x="6845241" y="1176979"/>
            <a:ext cx="1457692" cy="4253820"/>
          </a:xfrm>
          <a:prstGeom prst="rect">
            <a:avLst/>
          </a:prstGeom>
        </p:spPr>
      </p:pic>
      <p:pic>
        <p:nvPicPr>
          <p:cNvPr id="16" name="Picture 15" descr="A diagram of a software algorithm&#10;&#10;AI-generated content may be incorrect.">
            <a:extLst>
              <a:ext uri="{FF2B5EF4-FFF2-40B4-BE49-F238E27FC236}">
                <a16:creationId xmlns:a16="http://schemas.microsoft.com/office/drawing/2014/main" id="{3E050605-F198-7366-8653-A533BA470A39}"/>
              </a:ext>
            </a:extLst>
          </p:cNvPr>
          <p:cNvPicPr>
            <a:picLocks noChangeAspect="1"/>
          </p:cNvPicPr>
          <p:nvPr/>
        </p:nvPicPr>
        <p:blipFill>
          <a:blip r:embed="rId3"/>
          <a:stretch>
            <a:fillRect/>
          </a:stretch>
        </p:blipFill>
        <p:spPr>
          <a:xfrm>
            <a:off x="2168798" y="918564"/>
            <a:ext cx="3383221" cy="4656116"/>
          </a:xfrm>
          <a:prstGeom prst="rect">
            <a:avLst/>
          </a:prstGeom>
        </p:spPr>
      </p:pic>
      <p:sp>
        <p:nvSpPr>
          <p:cNvPr id="17" name="Rectangle 16">
            <a:extLst>
              <a:ext uri="{FF2B5EF4-FFF2-40B4-BE49-F238E27FC236}">
                <a16:creationId xmlns:a16="http://schemas.microsoft.com/office/drawing/2014/main" id="{B6ACC1C5-4B78-64D3-898A-21581CF1EFB1}"/>
              </a:ext>
            </a:extLst>
          </p:cNvPr>
          <p:cNvSpPr/>
          <p:nvPr/>
        </p:nvSpPr>
        <p:spPr>
          <a:xfrm>
            <a:off x="3918858" y="1033098"/>
            <a:ext cx="1528354" cy="4541582"/>
          </a:xfrm>
          <a:prstGeom prst="rect">
            <a:avLst/>
          </a:prstGeom>
          <a:noFill/>
          <a:ln w="50800"/>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 name="Notched Right Arrow 17">
            <a:extLst>
              <a:ext uri="{FF2B5EF4-FFF2-40B4-BE49-F238E27FC236}">
                <a16:creationId xmlns:a16="http://schemas.microsoft.com/office/drawing/2014/main" id="{E728C79D-ECEF-6C18-774D-8F2092BB5790}"/>
              </a:ext>
            </a:extLst>
          </p:cNvPr>
          <p:cNvSpPr/>
          <p:nvPr/>
        </p:nvSpPr>
        <p:spPr>
          <a:xfrm>
            <a:off x="5604422" y="3269998"/>
            <a:ext cx="1188415" cy="325558"/>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9" name="Rectangle 18">
            <a:extLst>
              <a:ext uri="{FF2B5EF4-FFF2-40B4-BE49-F238E27FC236}">
                <a16:creationId xmlns:a16="http://schemas.microsoft.com/office/drawing/2014/main" id="{224B0EC9-F769-7509-B181-DB85236DA729}"/>
              </a:ext>
            </a:extLst>
          </p:cNvPr>
          <p:cNvSpPr/>
          <p:nvPr/>
        </p:nvSpPr>
        <p:spPr>
          <a:xfrm flipH="1">
            <a:off x="4042950" y="2667001"/>
            <a:ext cx="839711" cy="602997"/>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TextBox 19">
            <a:extLst>
              <a:ext uri="{FF2B5EF4-FFF2-40B4-BE49-F238E27FC236}">
                <a16:creationId xmlns:a16="http://schemas.microsoft.com/office/drawing/2014/main" id="{664F5D4F-1AC8-04F9-0B50-90E0B0EACE68}"/>
              </a:ext>
            </a:extLst>
          </p:cNvPr>
          <p:cNvSpPr txBox="1"/>
          <p:nvPr/>
        </p:nvSpPr>
        <p:spPr>
          <a:xfrm>
            <a:off x="278826" y="6063744"/>
            <a:ext cx="11734800" cy="646331"/>
          </a:xfrm>
          <a:prstGeom prst="rect">
            <a:avLst/>
          </a:prstGeom>
          <a:noFill/>
        </p:spPr>
        <p:txBody>
          <a:bodyPr wrap="square" rtlCol="0">
            <a:spAutoFit/>
          </a:bodyPr>
          <a:lstStyle/>
          <a:p>
            <a:pPr algn="ctr"/>
            <a:r>
              <a:rPr lang="en-US" dirty="0">
                <a:latin typeface="HSE Sans" panose="02000000000000000000" pitchFamily="2" charset="0"/>
              </a:rPr>
              <a:t>Modern large language models separate the decoder part from the original transformer architecture and remove the red cross-attention part in the middle.</a:t>
            </a:r>
            <a:endParaRPr lang="en-CN" dirty="0">
              <a:latin typeface="HSE Sans" panose="02000000000000000000" pitchFamily="2" charset="0"/>
            </a:endParaRPr>
          </a:p>
        </p:txBody>
      </p:sp>
      <p:sp>
        <p:nvSpPr>
          <p:cNvPr id="21" name="TextBox 20">
            <a:extLst>
              <a:ext uri="{FF2B5EF4-FFF2-40B4-BE49-F238E27FC236}">
                <a16:creationId xmlns:a16="http://schemas.microsoft.com/office/drawing/2014/main" id="{87982EF5-965D-B2C4-8D48-4C45B7B1E637}"/>
              </a:ext>
            </a:extLst>
          </p:cNvPr>
          <p:cNvSpPr txBox="1"/>
          <p:nvPr/>
        </p:nvSpPr>
        <p:spPr>
          <a:xfrm>
            <a:off x="7173977" y="5397803"/>
            <a:ext cx="800219" cy="246221"/>
          </a:xfrm>
          <a:prstGeom prst="rect">
            <a:avLst/>
          </a:prstGeom>
          <a:noFill/>
        </p:spPr>
        <p:txBody>
          <a:bodyPr wrap="none" rtlCol="0">
            <a:spAutoFit/>
          </a:bodyPr>
          <a:lstStyle/>
          <a:p>
            <a:pPr algn="l"/>
            <a:r>
              <a:rPr lang="en-US" altLang="zh-CN" sz="1000" dirty="0">
                <a:latin typeface="HSE Sans" panose="02000000000000000000" pitchFamily="2" charset="0"/>
              </a:rPr>
              <a:t>From</a:t>
            </a:r>
            <a:r>
              <a:rPr lang="zh-CN" altLang="en-US" sz="1000" dirty="0">
                <a:latin typeface="HSE Sans" panose="02000000000000000000" pitchFamily="2" charset="0"/>
              </a:rPr>
              <a:t> </a:t>
            </a:r>
            <a:r>
              <a:rPr lang="en-US" altLang="zh-CN" sz="1000" dirty="0">
                <a:latin typeface="HSE Sans" panose="02000000000000000000" pitchFamily="2" charset="0"/>
              </a:rPr>
              <a:t>GPT-2</a:t>
            </a:r>
            <a:endParaRPr lang="en-CN" sz="1000" dirty="0">
              <a:latin typeface="HSE Sans" panose="02000000000000000000" pitchFamily="2" charset="0"/>
            </a:endParaRPr>
          </a:p>
        </p:txBody>
      </p:sp>
    </p:spTree>
    <p:extLst>
      <p:ext uri="{BB962C8B-B14F-4D97-AF65-F5344CB8AC3E}">
        <p14:creationId xmlns:p14="http://schemas.microsoft.com/office/powerpoint/2010/main" val="261385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7051E289-C2F1-F569-E2DB-747529E9BDB7}"/>
              </a:ext>
            </a:extLst>
          </p:cNvPr>
          <p:cNvSpPr txBox="1">
            <a:spLocks/>
          </p:cNvSpPr>
          <p:nvPr/>
        </p:nvSpPr>
        <p:spPr>
          <a:xfrm>
            <a:off x="1133528" y="502639"/>
            <a:ext cx="217454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Self-Attention Mechanism</a:t>
            </a:r>
            <a:endParaRPr lang="ru-RU" sz="1400" dirty="0"/>
          </a:p>
        </p:txBody>
      </p:sp>
      <p:sp>
        <p:nvSpPr>
          <p:cNvPr id="4" name="TextBox 3">
            <a:extLst>
              <a:ext uri="{FF2B5EF4-FFF2-40B4-BE49-F238E27FC236}">
                <a16:creationId xmlns:a16="http://schemas.microsoft.com/office/drawing/2014/main" id="{E8A26075-34E2-E7E4-1BCA-9DFDAD773274}"/>
              </a:ext>
            </a:extLst>
          </p:cNvPr>
          <p:cNvSpPr txBox="1"/>
          <p:nvPr/>
        </p:nvSpPr>
        <p:spPr>
          <a:xfrm>
            <a:off x="2296497" y="6409660"/>
            <a:ext cx="7591630" cy="338554"/>
          </a:xfrm>
          <a:prstGeom prst="rect">
            <a:avLst/>
          </a:prstGeom>
          <a:noFill/>
        </p:spPr>
        <p:txBody>
          <a:bodyPr wrap="none" rtlCol="0">
            <a:spAutoFit/>
          </a:bodyPr>
          <a:lstStyle/>
          <a:p>
            <a:r>
              <a:rPr lang="en-US" altLang="zh-CN" sz="1600" dirty="0">
                <a:latin typeface="HSE Sans" panose="02000000000000000000" pitchFamily="2" charset="0"/>
              </a:rPr>
              <a:t>Prompt:</a:t>
            </a:r>
            <a:r>
              <a:rPr lang="zh-CN" altLang="en-US" sz="1600" dirty="0">
                <a:latin typeface="HSE Sans" panose="02000000000000000000" pitchFamily="2" charset="0"/>
              </a:rPr>
              <a:t> </a:t>
            </a:r>
            <a:r>
              <a:rPr lang="en-US" altLang="zh-CN" sz="1600" dirty="0">
                <a:latin typeface="HSE Sans" panose="02000000000000000000" pitchFamily="2" charset="0"/>
              </a:rPr>
              <a:t>HSE University is the most internationalized university in the Russian Federation.</a:t>
            </a:r>
            <a:endParaRPr lang="en-CN" sz="1000" dirty="0">
              <a:latin typeface="HSE Sans" panose="02000000000000000000" pitchFamily="2" charset="0"/>
            </a:endParaRPr>
          </a:p>
        </p:txBody>
      </p:sp>
      <p:sp>
        <p:nvSpPr>
          <p:cNvPr id="9" name="Rounded Rectangle 8">
            <a:extLst>
              <a:ext uri="{FF2B5EF4-FFF2-40B4-BE49-F238E27FC236}">
                <a16:creationId xmlns:a16="http://schemas.microsoft.com/office/drawing/2014/main" id="{714157C7-5FA5-C2B5-65EF-C871C0C72228}"/>
              </a:ext>
            </a:extLst>
          </p:cNvPr>
          <p:cNvSpPr/>
          <p:nvPr/>
        </p:nvSpPr>
        <p:spPr>
          <a:xfrm>
            <a:off x="3854604" y="5720575"/>
            <a:ext cx="4482792" cy="43489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chemeClr val="tx1"/>
                </a:solidFill>
                <a:latin typeface="HSE Sans" panose="02000000000000000000" pitchFamily="2" charset="0"/>
              </a:rPr>
              <a:t>Tokenization</a:t>
            </a:r>
            <a:r>
              <a:rPr lang="en-US" altLang="zh-CN" sz="1600" dirty="0">
                <a:solidFill>
                  <a:schemeClr val="tx1"/>
                </a:solidFill>
                <a:latin typeface="HSE Sans" panose="02000000000000000000" pitchFamily="2" charset="0"/>
              </a:rPr>
              <a:t>,</a:t>
            </a:r>
            <a:r>
              <a:rPr lang="en-US" sz="1600" dirty="0">
                <a:solidFill>
                  <a:schemeClr val="tx1"/>
                </a:solidFill>
                <a:latin typeface="HSE Sans" panose="02000000000000000000" pitchFamily="2" charset="0"/>
              </a:rPr>
              <a:t> </a:t>
            </a:r>
            <a:r>
              <a:rPr lang="en-US" altLang="zh-CN" sz="1600" dirty="0">
                <a:solidFill>
                  <a:schemeClr val="tx1"/>
                </a:solidFill>
                <a:latin typeface="HSE Sans" panose="02000000000000000000" pitchFamily="2" charset="0"/>
              </a:rPr>
              <a:t>P</a:t>
            </a:r>
            <a:r>
              <a:rPr lang="en-US" sz="1600" dirty="0">
                <a:solidFill>
                  <a:schemeClr val="tx1"/>
                </a:solidFill>
                <a:latin typeface="HSE Sans" panose="02000000000000000000" pitchFamily="2" charset="0"/>
              </a:rPr>
              <a:t>ositional </a:t>
            </a:r>
            <a:r>
              <a:rPr lang="en-US" altLang="zh-CN" sz="1600" dirty="0">
                <a:solidFill>
                  <a:schemeClr val="tx1"/>
                </a:solidFill>
                <a:latin typeface="HSE Sans" panose="02000000000000000000" pitchFamily="2" charset="0"/>
              </a:rPr>
              <a:t>E</a:t>
            </a:r>
            <a:r>
              <a:rPr lang="en-US" sz="1600" dirty="0">
                <a:solidFill>
                  <a:schemeClr val="tx1"/>
                </a:solidFill>
                <a:latin typeface="HSE Sans" panose="02000000000000000000" pitchFamily="2" charset="0"/>
              </a:rPr>
              <a:t>ncoding</a:t>
            </a:r>
            <a:r>
              <a:rPr lang="en-US" altLang="zh-CN" sz="1600" dirty="0">
                <a:solidFill>
                  <a:schemeClr val="tx1"/>
                </a:solidFill>
                <a:latin typeface="HSE Sans" panose="02000000000000000000" pitchFamily="2" charset="0"/>
              </a:rPr>
              <a:t>,</a:t>
            </a:r>
            <a:r>
              <a:rPr lang="zh-CN" altLang="en-US" sz="1600" dirty="0">
                <a:solidFill>
                  <a:schemeClr val="tx1"/>
                </a:solidFill>
                <a:latin typeface="HSE Sans" panose="02000000000000000000" pitchFamily="2" charset="0"/>
              </a:rPr>
              <a:t> </a:t>
            </a:r>
            <a:r>
              <a:rPr lang="en-US" altLang="zh-CN" sz="1600" dirty="0">
                <a:solidFill>
                  <a:schemeClr val="tx1"/>
                </a:solidFill>
                <a:latin typeface="HSE Sans" panose="02000000000000000000" pitchFamily="2" charset="0"/>
              </a:rPr>
              <a:t>N</a:t>
            </a:r>
            <a:r>
              <a:rPr lang="en-US" sz="1600" dirty="0">
                <a:solidFill>
                  <a:schemeClr val="tx1"/>
                </a:solidFill>
                <a:latin typeface="HSE Sans" panose="02000000000000000000" pitchFamily="2" charset="0"/>
              </a:rPr>
              <a:t>ormalization</a:t>
            </a:r>
            <a:endParaRPr lang="en-CN" sz="1600" dirty="0">
              <a:solidFill>
                <a:schemeClr val="tx1"/>
              </a:solidFill>
              <a:latin typeface="HSE Sans" panose="02000000000000000000" pitchFamily="2" charset="0"/>
            </a:endParaRPr>
          </a:p>
        </p:txBody>
      </p:sp>
      <p:cxnSp>
        <p:nvCxnSpPr>
          <p:cNvPr id="14" name="Straight Arrow Connector 13">
            <a:extLst>
              <a:ext uri="{FF2B5EF4-FFF2-40B4-BE49-F238E27FC236}">
                <a16:creationId xmlns:a16="http://schemas.microsoft.com/office/drawing/2014/main" id="{AB977648-A7C5-10DE-CBFB-4B2C9259CF51}"/>
              </a:ext>
            </a:extLst>
          </p:cNvPr>
          <p:cNvCxnSpPr>
            <a:cxnSpLocks/>
            <a:stCxn id="9" idx="0"/>
          </p:cNvCxnSpPr>
          <p:nvPr/>
        </p:nvCxnSpPr>
        <p:spPr>
          <a:xfrm flipV="1">
            <a:off x="6096000" y="5543717"/>
            <a:ext cx="0" cy="17685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08AF23B3-E094-842D-1B92-C509A2031034}"/>
              </a:ext>
            </a:extLst>
          </p:cNvPr>
          <p:cNvSpPr/>
          <p:nvPr/>
        </p:nvSpPr>
        <p:spPr>
          <a:xfrm>
            <a:off x="3854600" y="5107257"/>
            <a:ext cx="4482792" cy="43489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solidFill>
                  <a:schemeClr val="tx1"/>
                </a:solidFill>
                <a:latin typeface="HSE Sans" panose="02000000000000000000" pitchFamily="2" charset="0"/>
              </a:rPr>
              <a:t>I</a:t>
            </a:r>
            <a:r>
              <a:rPr lang="en-US" sz="1600" dirty="0">
                <a:solidFill>
                  <a:schemeClr val="tx1"/>
                </a:solidFill>
                <a:latin typeface="HSE Sans" panose="02000000000000000000" pitchFamily="2" charset="0"/>
              </a:rPr>
              <a:t>nput</a:t>
            </a:r>
            <a:r>
              <a:rPr lang="zh-CN" altLang="en-US" sz="1600" dirty="0">
                <a:solidFill>
                  <a:schemeClr val="tx1"/>
                </a:solidFill>
                <a:latin typeface="HSE Sans" panose="02000000000000000000" pitchFamily="2" charset="0"/>
              </a:rPr>
              <a:t> </a:t>
            </a:r>
            <a:r>
              <a:rPr lang="en-US" altLang="zh-CN" sz="1600" dirty="0">
                <a:solidFill>
                  <a:schemeClr val="tx1"/>
                </a:solidFill>
                <a:latin typeface="HSE Sans" panose="02000000000000000000" pitchFamily="2" charset="0"/>
              </a:rPr>
              <a:t>Data</a:t>
            </a:r>
            <a:r>
              <a:rPr lang="en-US" sz="1600" dirty="0">
                <a:solidFill>
                  <a:schemeClr val="tx1"/>
                </a:solidFill>
                <a:latin typeface="HSE Sans" panose="02000000000000000000" pitchFamily="2" charset="0"/>
              </a:rPr>
              <a:t> </a:t>
            </a:r>
            <a:r>
              <a:rPr lang="en-US" altLang="zh-CN" sz="1600" dirty="0">
                <a:solidFill>
                  <a:schemeClr val="tx1"/>
                </a:solidFill>
                <a:latin typeface="HSE Sans" panose="02000000000000000000" pitchFamily="2" charset="0"/>
              </a:rPr>
              <a:t>H</a:t>
            </a:r>
            <a:r>
              <a:rPr lang="en-US" sz="1600" dirty="0">
                <a:solidFill>
                  <a:schemeClr val="tx1"/>
                </a:solidFill>
                <a:latin typeface="HSE Sans" panose="02000000000000000000" pitchFamily="2" charset="0"/>
              </a:rPr>
              <a:t>id</a:t>
            </a:r>
            <a:r>
              <a:rPr lang="en-US" altLang="zh-CN" sz="1600" dirty="0">
                <a:solidFill>
                  <a:schemeClr val="tx1"/>
                </a:solidFill>
                <a:latin typeface="HSE Sans" panose="02000000000000000000" pitchFamily="2" charset="0"/>
              </a:rPr>
              <a:t>den</a:t>
            </a:r>
            <a:r>
              <a:rPr lang="en-US" sz="1600" dirty="0">
                <a:solidFill>
                  <a:schemeClr val="tx1"/>
                </a:solidFill>
                <a:latin typeface="HSE Sans" panose="02000000000000000000" pitchFamily="2" charset="0"/>
              </a:rPr>
              <a:t> </a:t>
            </a:r>
            <a:r>
              <a:rPr lang="en-US" altLang="zh-CN" sz="1600" dirty="0">
                <a:solidFill>
                  <a:schemeClr val="tx1"/>
                </a:solidFill>
                <a:latin typeface="HSE Sans" panose="02000000000000000000" pitchFamily="2" charset="0"/>
              </a:rPr>
              <a:t>R</a:t>
            </a:r>
            <a:r>
              <a:rPr lang="en-US" sz="1600" dirty="0">
                <a:solidFill>
                  <a:schemeClr val="tx1"/>
                </a:solidFill>
                <a:latin typeface="HSE Sans" panose="02000000000000000000" pitchFamily="2" charset="0"/>
              </a:rPr>
              <a:t>epresentation</a:t>
            </a:r>
            <a:endParaRPr lang="en-CN" sz="1600" dirty="0">
              <a:solidFill>
                <a:schemeClr val="tx1"/>
              </a:solidFill>
              <a:latin typeface="HSE Sans" panose="02000000000000000000" pitchFamily="2" charset="0"/>
            </a:endParaRPr>
          </a:p>
        </p:txBody>
      </p:sp>
      <p:grpSp>
        <p:nvGrpSpPr>
          <p:cNvPr id="111" name="Group 110">
            <a:extLst>
              <a:ext uri="{FF2B5EF4-FFF2-40B4-BE49-F238E27FC236}">
                <a16:creationId xmlns:a16="http://schemas.microsoft.com/office/drawing/2014/main" id="{C66373F7-D681-4D1E-5556-6D6AAE72EEAF}"/>
              </a:ext>
            </a:extLst>
          </p:cNvPr>
          <p:cNvGrpSpPr/>
          <p:nvPr/>
        </p:nvGrpSpPr>
        <p:grpSpPr>
          <a:xfrm>
            <a:off x="1133528" y="3847538"/>
            <a:ext cx="1239105" cy="1070520"/>
            <a:chOff x="798170" y="4306301"/>
            <a:chExt cx="1239105" cy="1070520"/>
          </a:xfrm>
        </p:grpSpPr>
        <p:sp>
          <p:nvSpPr>
            <p:cNvPr id="34" name="Rectangle 33">
              <a:extLst>
                <a:ext uri="{FF2B5EF4-FFF2-40B4-BE49-F238E27FC236}">
                  <a16:creationId xmlns:a16="http://schemas.microsoft.com/office/drawing/2014/main" id="{D7FA5E05-F70F-46E4-F733-49DF9E2FFB4F}"/>
                </a:ext>
              </a:extLst>
            </p:cNvPr>
            <p:cNvSpPr/>
            <p:nvPr/>
          </p:nvSpPr>
          <p:spPr>
            <a:xfrm>
              <a:off x="798170"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 name="Rectangle 34">
              <a:extLst>
                <a:ext uri="{FF2B5EF4-FFF2-40B4-BE49-F238E27FC236}">
                  <a16:creationId xmlns:a16="http://schemas.microsoft.com/office/drawing/2014/main" id="{40397F55-CF12-8A89-3219-3D0233CD2F55}"/>
                </a:ext>
              </a:extLst>
            </p:cNvPr>
            <p:cNvSpPr/>
            <p:nvPr/>
          </p:nvSpPr>
          <p:spPr>
            <a:xfrm>
              <a:off x="976590"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6" name="Rectangle 35">
              <a:extLst>
                <a:ext uri="{FF2B5EF4-FFF2-40B4-BE49-F238E27FC236}">
                  <a16:creationId xmlns:a16="http://schemas.microsoft.com/office/drawing/2014/main" id="{9AC64D96-972B-9E65-B755-99BD88415CA0}"/>
                </a:ext>
              </a:extLst>
            </p:cNvPr>
            <p:cNvSpPr/>
            <p:nvPr/>
          </p:nvSpPr>
          <p:spPr>
            <a:xfrm>
              <a:off x="1153043"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7" name="Rectangle 36">
              <a:extLst>
                <a:ext uri="{FF2B5EF4-FFF2-40B4-BE49-F238E27FC236}">
                  <a16:creationId xmlns:a16="http://schemas.microsoft.com/office/drawing/2014/main" id="{F61C066E-8778-1E80-5643-7CD1DBE2F949}"/>
                </a:ext>
              </a:extLst>
            </p:cNvPr>
            <p:cNvSpPr/>
            <p:nvPr/>
          </p:nvSpPr>
          <p:spPr>
            <a:xfrm>
              <a:off x="1331463"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8" name="Rectangle 37">
              <a:extLst>
                <a:ext uri="{FF2B5EF4-FFF2-40B4-BE49-F238E27FC236}">
                  <a16:creationId xmlns:a16="http://schemas.microsoft.com/office/drawing/2014/main" id="{CD9D4BFF-4FF5-4A8F-6015-AFB2A5DB43BF}"/>
                </a:ext>
              </a:extLst>
            </p:cNvPr>
            <p:cNvSpPr/>
            <p:nvPr/>
          </p:nvSpPr>
          <p:spPr>
            <a:xfrm>
              <a:off x="1507916"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9" name="Rectangle 38">
              <a:extLst>
                <a:ext uri="{FF2B5EF4-FFF2-40B4-BE49-F238E27FC236}">
                  <a16:creationId xmlns:a16="http://schemas.microsoft.com/office/drawing/2014/main" id="{87785694-C717-0045-FA81-9F875A81E73B}"/>
                </a:ext>
              </a:extLst>
            </p:cNvPr>
            <p:cNvSpPr/>
            <p:nvPr/>
          </p:nvSpPr>
          <p:spPr>
            <a:xfrm>
              <a:off x="1686336"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40" name="Rectangle 39">
              <a:extLst>
                <a:ext uri="{FF2B5EF4-FFF2-40B4-BE49-F238E27FC236}">
                  <a16:creationId xmlns:a16="http://schemas.microsoft.com/office/drawing/2014/main" id="{D27188FA-6F5D-3EC0-1875-B8DB225D6916}"/>
                </a:ext>
              </a:extLst>
            </p:cNvPr>
            <p:cNvSpPr/>
            <p:nvPr/>
          </p:nvSpPr>
          <p:spPr>
            <a:xfrm>
              <a:off x="1862789" y="430630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76" name="Rectangle 75">
              <a:extLst>
                <a:ext uri="{FF2B5EF4-FFF2-40B4-BE49-F238E27FC236}">
                  <a16:creationId xmlns:a16="http://schemas.microsoft.com/office/drawing/2014/main" id="{2483A4E1-8C87-5953-D446-717B84E99D91}"/>
                </a:ext>
              </a:extLst>
            </p:cNvPr>
            <p:cNvSpPr/>
            <p:nvPr/>
          </p:nvSpPr>
          <p:spPr>
            <a:xfrm>
              <a:off x="798170"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77" name="Rectangle 76">
              <a:extLst>
                <a:ext uri="{FF2B5EF4-FFF2-40B4-BE49-F238E27FC236}">
                  <a16:creationId xmlns:a16="http://schemas.microsoft.com/office/drawing/2014/main" id="{1A1BAA93-9C95-6B1F-7D79-5FDE3A8F9A62}"/>
                </a:ext>
              </a:extLst>
            </p:cNvPr>
            <p:cNvSpPr/>
            <p:nvPr/>
          </p:nvSpPr>
          <p:spPr>
            <a:xfrm>
              <a:off x="976590"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78" name="Rectangle 77">
              <a:extLst>
                <a:ext uri="{FF2B5EF4-FFF2-40B4-BE49-F238E27FC236}">
                  <a16:creationId xmlns:a16="http://schemas.microsoft.com/office/drawing/2014/main" id="{315A9226-3BF3-A4D3-59A4-3DF5B58DE694}"/>
                </a:ext>
              </a:extLst>
            </p:cNvPr>
            <p:cNvSpPr/>
            <p:nvPr/>
          </p:nvSpPr>
          <p:spPr>
            <a:xfrm>
              <a:off x="1153043"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79" name="Rectangle 78">
              <a:extLst>
                <a:ext uri="{FF2B5EF4-FFF2-40B4-BE49-F238E27FC236}">
                  <a16:creationId xmlns:a16="http://schemas.microsoft.com/office/drawing/2014/main" id="{7CB55AEB-04F5-9878-CF53-058032CD42DD}"/>
                </a:ext>
              </a:extLst>
            </p:cNvPr>
            <p:cNvSpPr/>
            <p:nvPr/>
          </p:nvSpPr>
          <p:spPr>
            <a:xfrm>
              <a:off x="1331463"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0" name="Rectangle 79">
              <a:extLst>
                <a:ext uri="{FF2B5EF4-FFF2-40B4-BE49-F238E27FC236}">
                  <a16:creationId xmlns:a16="http://schemas.microsoft.com/office/drawing/2014/main" id="{91299C0C-DD5C-2F27-286A-019D6324F7C2}"/>
                </a:ext>
              </a:extLst>
            </p:cNvPr>
            <p:cNvSpPr/>
            <p:nvPr/>
          </p:nvSpPr>
          <p:spPr>
            <a:xfrm>
              <a:off x="1507916"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1" name="Rectangle 80">
              <a:extLst>
                <a:ext uri="{FF2B5EF4-FFF2-40B4-BE49-F238E27FC236}">
                  <a16:creationId xmlns:a16="http://schemas.microsoft.com/office/drawing/2014/main" id="{944300F3-1FEA-4569-6C08-2E135B29CD0F}"/>
                </a:ext>
              </a:extLst>
            </p:cNvPr>
            <p:cNvSpPr/>
            <p:nvPr/>
          </p:nvSpPr>
          <p:spPr>
            <a:xfrm>
              <a:off x="1686336"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2" name="Rectangle 81">
              <a:extLst>
                <a:ext uri="{FF2B5EF4-FFF2-40B4-BE49-F238E27FC236}">
                  <a16:creationId xmlns:a16="http://schemas.microsoft.com/office/drawing/2014/main" id="{EF56BF88-0040-136D-D9B9-33144B72A847}"/>
                </a:ext>
              </a:extLst>
            </p:cNvPr>
            <p:cNvSpPr/>
            <p:nvPr/>
          </p:nvSpPr>
          <p:spPr>
            <a:xfrm>
              <a:off x="1862789" y="448472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3" name="Rectangle 82">
              <a:extLst>
                <a:ext uri="{FF2B5EF4-FFF2-40B4-BE49-F238E27FC236}">
                  <a16:creationId xmlns:a16="http://schemas.microsoft.com/office/drawing/2014/main" id="{862BA5AD-16CB-4E6D-1048-45528D12E1DC}"/>
                </a:ext>
              </a:extLst>
            </p:cNvPr>
            <p:cNvSpPr/>
            <p:nvPr/>
          </p:nvSpPr>
          <p:spPr>
            <a:xfrm>
              <a:off x="798170"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4" name="Rectangle 83">
              <a:extLst>
                <a:ext uri="{FF2B5EF4-FFF2-40B4-BE49-F238E27FC236}">
                  <a16:creationId xmlns:a16="http://schemas.microsoft.com/office/drawing/2014/main" id="{8CA46A97-8739-ADE3-94DD-80DF872ACF2B}"/>
                </a:ext>
              </a:extLst>
            </p:cNvPr>
            <p:cNvSpPr/>
            <p:nvPr/>
          </p:nvSpPr>
          <p:spPr>
            <a:xfrm>
              <a:off x="976590"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5" name="Rectangle 84">
              <a:extLst>
                <a:ext uri="{FF2B5EF4-FFF2-40B4-BE49-F238E27FC236}">
                  <a16:creationId xmlns:a16="http://schemas.microsoft.com/office/drawing/2014/main" id="{48CAE7B7-8226-9035-7913-306064CD8DB7}"/>
                </a:ext>
              </a:extLst>
            </p:cNvPr>
            <p:cNvSpPr/>
            <p:nvPr/>
          </p:nvSpPr>
          <p:spPr>
            <a:xfrm>
              <a:off x="1153043"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6" name="Rectangle 85">
              <a:extLst>
                <a:ext uri="{FF2B5EF4-FFF2-40B4-BE49-F238E27FC236}">
                  <a16:creationId xmlns:a16="http://schemas.microsoft.com/office/drawing/2014/main" id="{5B0E4CDE-D564-FC72-47AC-76C91334B73A}"/>
                </a:ext>
              </a:extLst>
            </p:cNvPr>
            <p:cNvSpPr/>
            <p:nvPr/>
          </p:nvSpPr>
          <p:spPr>
            <a:xfrm>
              <a:off x="1331463"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7" name="Rectangle 86">
              <a:extLst>
                <a:ext uri="{FF2B5EF4-FFF2-40B4-BE49-F238E27FC236}">
                  <a16:creationId xmlns:a16="http://schemas.microsoft.com/office/drawing/2014/main" id="{F837E628-B6F5-D7F9-0DC4-B2211F9BC66A}"/>
                </a:ext>
              </a:extLst>
            </p:cNvPr>
            <p:cNvSpPr/>
            <p:nvPr/>
          </p:nvSpPr>
          <p:spPr>
            <a:xfrm>
              <a:off x="1507916"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8" name="Rectangle 87">
              <a:extLst>
                <a:ext uri="{FF2B5EF4-FFF2-40B4-BE49-F238E27FC236}">
                  <a16:creationId xmlns:a16="http://schemas.microsoft.com/office/drawing/2014/main" id="{6A05C37A-3CC3-129C-FCC9-FDCC20AB6405}"/>
                </a:ext>
              </a:extLst>
            </p:cNvPr>
            <p:cNvSpPr/>
            <p:nvPr/>
          </p:nvSpPr>
          <p:spPr>
            <a:xfrm>
              <a:off x="1686336"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89" name="Rectangle 88">
              <a:extLst>
                <a:ext uri="{FF2B5EF4-FFF2-40B4-BE49-F238E27FC236}">
                  <a16:creationId xmlns:a16="http://schemas.microsoft.com/office/drawing/2014/main" id="{4E733097-3725-9F9F-9168-05CDB6082693}"/>
                </a:ext>
              </a:extLst>
            </p:cNvPr>
            <p:cNvSpPr/>
            <p:nvPr/>
          </p:nvSpPr>
          <p:spPr>
            <a:xfrm>
              <a:off x="1862789" y="466314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0" name="Rectangle 89">
              <a:extLst>
                <a:ext uri="{FF2B5EF4-FFF2-40B4-BE49-F238E27FC236}">
                  <a16:creationId xmlns:a16="http://schemas.microsoft.com/office/drawing/2014/main" id="{3AEB25F3-4C7B-0437-BFDA-2A43A3665AF3}"/>
                </a:ext>
              </a:extLst>
            </p:cNvPr>
            <p:cNvSpPr/>
            <p:nvPr/>
          </p:nvSpPr>
          <p:spPr>
            <a:xfrm>
              <a:off x="798170"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1" name="Rectangle 90">
              <a:extLst>
                <a:ext uri="{FF2B5EF4-FFF2-40B4-BE49-F238E27FC236}">
                  <a16:creationId xmlns:a16="http://schemas.microsoft.com/office/drawing/2014/main" id="{8B06A347-5AC4-E23C-AD51-00097763C6F0}"/>
                </a:ext>
              </a:extLst>
            </p:cNvPr>
            <p:cNvSpPr/>
            <p:nvPr/>
          </p:nvSpPr>
          <p:spPr>
            <a:xfrm>
              <a:off x="976590"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2" name="Rectangle 91">
              <a:extLst>
                <a:ext uri="{FF2B5EF4-FFF2-40B4-BE49-F238E27FC236}">
                  <a16:creationId xmlns:a16="http://schemas.microsoft.com/office/drawing/2014/main" id="{6E1D4CFB-0965-DFF3-2881-863C85BBB7BC}"/>
                </a:ext>
              </a:extLst>
            </p:cNvPr>
            <p:cNvSpPr/>
            <p:nvPr/>
          </p:nvSpPr>
          <p:spPr>
            <a:xfrm>
              <a:off x="1153043"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3" name="Rectangle 92">
              <a:extLst>
                <a:ext uri="{FF2B5EF4-FFF2-40B4-BE49-F238E27FC236}">
                  <a16:creationId xmlns:a16="http://schemas.microsoft.com/office/drawing/2014/main" id="{1EF9DDB1-B1B2-9FD5-2578-6AB9A74E89B9}"/>
                </a:ext>
              </a:extLst>
            </p:cNvPr>
            <p:cNvSpPr/>
            <p:nvPr/>
          </p:nvSpPr>
          <p:spPr>
            <a:xfrm>
              <a:off x="1331463"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4" name="Rectangle 93">
              <a:extLst>
                <a:ext uri="{FF2B5EF4-FFF2-40B4-BE49-F238E27FC236}">
                  <a16:creationId xmlns:a16="http://schemas.microsoft.com/office/drawing/2014/main" id="{E01DD87C-A403-06AC-13B2-612E0EADCC44}"/>
                </a:ext>
              </a:extLst>
            </p:cNvPr>
            <p:cNvSpPr/>
            <p:nvPr/>
          </p:nvSpPr>
          <p:spPr>
            <a:xfrm>
              <a:off x="1507916"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5" name="Rectangle 94">
              <a:extLst>
                <a:ext uri="{FF2B5EF4-FFF2-40B4-BE49-F238E27FC236}">
                  <a16:creationId xmlns:a16="http://schemas.microsoft.com/office/drawing/2014/main" id="{3199AEAB-2B1A-549D-6460-AC39BB39E282}"/>
                </a:ext>
              </a:extLst>
            </p:cNvPr>
            <p:cNvSpPr/>
            <p:nvPr/>
          </p:nvSpPr>
          <p:spPr>
            <a:xfrm>
              <a:off x="1686336"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6" name="Rectangle 95">
              <a:extLst>
                <a:ext uri="{FF2B5EF4-FFF2-40B4-BE49-F238E27FC236}">
                  <a16:creationId xmlns:a16="http://schemas.microsoft.com/office/drawing/2014/main" id="{A3EC1008-3903-3218-BF7C-7E3501EA3238}"/>
                </a:ext>
              </a:extLst>
            </p:cNvPr>
            <p:cNvSpPr/>
            <p:nvPr/>
          </p:nvSpPr>
          <p:spPr>
            <a:xfrm>
              <a:off x="1862789" y="484156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7" name="Rectangle 96">
              <a:extLst>
                <a:ext uri="{FF2B5EF4-FFF2-40B4-BE49-F238E27FC236}">
                  <a16:creationId xmlns:a16="http://schemas.microsoft.com/office/drawing/2014/main" id="{565E3501-060D-C72A-52AE-562D47C28479}"/>
                </a:ext>
              </a:extLst>
            </p:cNvPr>
            <p:cNvSpPr/>
            <p:nvPr/>
          </p:nvSpPr>
          <p:spPr>
            <a:xfrm>
              <a:off x="798170"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8" name="Rectangle 97">
              <a:extLst>
                <a:ext uri="{FF2B5EF4-FFF2-40B4-BE49-F238E27FC236}">
                  <a16:creationId xmlns:a16="http://schemas.microsoft.com/office/drawing/2014/main" id="{17AB77B8-EC8D-4E6E-C8E5-20751632BF45}"/>
                </a:ext>
              </a:extLst>
            </p:cNvPr>
            <p:cNvSpPr/>
            <p:nvPr/>
          </p:nvSpPr>
          <p:spPr>
            <a:xfrm>
              <a:off x="976590"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99" name="Rectangle 98">
              <a:extLst>
                <a:ext uri="{FF2B5EF4-FFF2-40B4-BE49-F238E27FC236}">
                  <a16:creationId xmlns:a16="http://schemas.microsoft.com/office/drawing/2014/main" id="{37F91DB3-5177-9FC7-DA96-E8AFFD763D95}"/>
                </a:ext>
              </a:extLst>
            </p:cNvPr>
            <p:cNvSpPr/>
            <p:nvPr/>
          </p:nvSpPr>
          <p:spPr>
            <a:xfrm>
              <a:off x="1153043"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0" name="Rectangle 99">
              <a:extLst>
                <a:ext uri="{FF2B5EF4-FFF2-40B4-BE49-F238E27FC236}">
                  <a16:creationId xmlns:a16="http://schemas.microsoft.com/office/drawing/2014/main" id="{AACC0BA1-DF3C-5E1E-46D4-9BF2503CD324}"/>
                </a:ext>
              </a:extLst>
            </p:cNvPr>
            <p:cNvSpPr/>
            <p:nvPr/>
          </p:nvSpPr>
          <p:spPr>
            <a:xfrm>
              <a:off x="1331463"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1" name="Rectangle 100">
              <a:extLst>
                <a:ext uri="{FF2B5EF4-FFF2-40B4-BE49-F238E27FC236}">
                  <a16:creationId xmlns:a16="http://schemas.microsoft.com/office/drawing/2014/main" id="{88B0DC5D-09BB-F20A-FA33-C3E3437F021D}"/>
                </a:ext>
              </a:extLst>
            </p:cNvPr>
            <p:cNvSpPr/>
            <p:nvPr/>
          </p:nvSpPr>
          <p:spPr>
            <a:xfrm>
              <a:off x="1507916"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2" name="Rectangle 101">
              <a:extLst>
                <a:ext uri="{FF2B5EF4-FFF2-40B4-BE49-F238E27FC236}">
                  <a16:creationId xmlns:a16="http://schemas.microsoft.com/office/drawing/2014/main" id="{D287006C-0940-DD8F-8692-7D074F6F6094}"/>
                </a:ext>
              </a:extLst>
            </p:cNvPr>
            <p:cNvSpPr/>
            <p:nvPr/>
          </p:nvSpPr>
          <p:spPr>
            <a:xfrm>
              <a:off x="1686336"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3" name="Rectangle 102">
              <a:extLst>
                <a:ext uri="{FF2B5EF4-FFF2-40B4-BE49-F238E27FC236}">
                  <a16:creationId xmlns:a16="http://schemas.microsoft.com/office/drawing/2014/main" id="{8AA46B03-3922-612B-13C2-B024073D15CE}"/>
                </a:ext>
              </a:extLst>
            </p:cNvPr>
            <p:cNvSpPr/>
            <p:nvPr/>
          </p:nvSpPr>
          <p:spPr>
            <a:xfrm>
              <a:off x="1862789" y="501998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4" name="Rectangle 103">
              <a:extLst>
                <a:ext uri="{FF2B5EF4-FFF2-40B4-BE49-F238E27FC236}">
                  <a16:creationId xmlns:a16="http://schemas.microsoft.com/office/drawing/2014/main" id="{B97F47F2-C87F-4179-956B-D7DD7FAF8BE0}"/>
                </a:ext>
              </a:extLst>
            </p:cNvPr>
            <p:cNvSpPr/>
            <p:nvPr/>
          </p:nvSpPr>
          <p:spPr>
            <a:xfrm>
              <a:off x="798170"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5" name="Rectangle 104">
              <a:extLst>
                <a:ext uri="{FF2B5EF4-FFF2-40B4-BE49-F238E27FC236}">
                  <a16:creationId xmlns:a16="http://schemas.microsoft.com/office/drawing/2014/main" id="{0F3704AC-64DF-E4D9-1257-A2B1F8D68DB2}"/>
                </a:ext>
              </a:extLst>
            </p:cNvPr>
            <p:cNvSpPr/>
            <p:nvPr/>
          </p:nvSpPr>
          <p:spPr>
            <a:xfrm>
              <a:off x="976590"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6" name="Rectangle 105">
              <a:extLst>
                <a:ext uri="{FF2B5EF4-FFF2-40B4-BE49-F238E27FC236}">
                  <a16:creationId xmlns:a16="http://schemas.microsoft.com/office/drawing/2014/main" id="{888A2D21-0B85-EE34-600F-0012FB10DB5C}"/>
                </a:ext>
              </a:extLst>
            </p:cNvPr>
            <p:cNvSpPr/>
            <p:nvPr/>
          </p:nvSpPr>
          <p:spPr>
            <a:xfrm>
              <a:off x="1153043"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7" name="Rectangle 106">
              <a:extLst>
                <a:ext uri="{FF2B5EF4-FFF2-40B4-BE49-F238E27FC236}">
                  <a16:creationId xmlns:a16="http://schemas.microsoft.com/office/drawing/2014/main" id="{CF837B71-8EA7-F3DA-D921-48E2A4A9A89D}"/>
                </a:ext>
              </a:extLst>
            </p:cNvPr>
            <p:cNvSpPr/>
            <p:nvPr/>
          </p:nvSpPr>
          <p:spPr>
            <a:xfrm>
              <a:off x="1331463"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8" name="Rectangle 107">
              <a:extLst>
                <a:ext uri="{FF2B5EF4-FFF2-40B4-BE49-F238E27FC236}">
                  <a16:creationId xmlns:a16="http://schemas.microsoft.com/office/drawing/2014/main" id="{0D1E1D74-3797-4F1B-0BDA-C9BB658A6C79}"/>
                </a:ext>
              </a:extLst>
            </p:cNvPr>
            <p:cNvSpPr/>
            <p:nvPr/>
          </p:nvSpPr>
          <p:spPr>
            <a:xfrm>
              <a:off x="1507916"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09" name="Rectangle 108">
              <a:extLst>
                <a:ext uri="{FF2B5EF4-FFF2-40B4-BE49-F238E27FC236}">
                  <a16:creationId xmlns:a16="http://schemas.microsoft.com/office/drawing/2014/main" id="{81600091-5827-DF39-7380-625B23CFF532}"/>
                </a:ext>
              </a:extLst>
            </p:cNvPr>
            <p:cNvSpPr/>
            <p:nvPr/>
          </p:nvSpPr>
          <p:spPr>
            <a:xfrm>
              <a:off x="1686336"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10" name="Rectangle 109">
              <a:extLst>
                <a:ext uri="{FF2B5EF4-FFF2-40B4-BE49-F238E27FC236}">
                  <a16:creationId xmlns:a16="http://schemas.microsoft.com/office/drawing/2014/main" id="{9B85CDDD-720D-4A76-45B0-FB0C95BA2333}"/>
                </a:ext>
              </a:extLst>
            </p:cNvPr>
            <p:cNvSpPr/>
            <p:nvPr/>
          </p:nvSpPr>
          <p:spPr>
            <a:xfrm>
              <a:off x="1862789" y="519840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grpSp>
        <p:nvGrpSpPr>
          <p:cNvPr id="126" name="Group 125">
            <a:extLst>
              <a:ext uri="{FF2B5EF4-FFF2-40B4-BE49-F238E27FC236}">
                <a16:creationId xmlns:a16="http://schemas.microsoft.com/office/drawing/2014/main" id="{7F40DF59-4CCB-1AFF-3BBA-8FEEBEE00D46}"/>
              </a:ext>
            </a:extLst>
          </p:cNvPr>
          <p:cNvGrpSpPr/>
          <p:nvPr/>
        </p:nvGrpSpPr>
        <p:grpSpPr>
          <a:xfrm>
            <a:off x="5476443" y="3845372"/>
            <a:ext cx="1239105" cy="1070520"/>
            <a:chOff x="798170" y="4306301"/>
            <a:chExt cx="1239105" cy="1070520"/>
          </a:xfrm>
        </p:grpSpPr>
        <p:sp>
          <p:nvSpPr>
            <p:cNvPr id="127" name="Rectangle 126">
              <a:extLst>
                <a:ext uri="{FF2B5EF4-FFF2-40B4-BE49-F238E27FC236}">
                  <a16:creationId xmlns:a16="http://schemas.microsoft.com/office/drawing/2014/main" id="{6539FE0F-98C0-0AA0-797A-39FC8CEEFF6E}"/>
                </a:ext>
              </a:extLst>
            </p:cNvPr>
            <p:cNvSpPr/>
            <p:nvPr/>
          </p:nvSpPr>
          <p:spPr>
            <a:xfrm>
              <a:off x="798170"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28" name="Rectangle 127">
              <a:extLst>
                <a:ext uri="{FF2B5EF4-FFF2-40B4-BE49-F238E27FC236}">
                  <a16:creationId xmlns:a16="http://schemas.microsoft.com/office/drawing/2014/main" id="{94C26A5D-06D9-DE94-A388-A8FBA8EB84D2}"/>
                </a:ext>
              </a:extLst>
            </p:cNvPr>
            <p:cNvSpPr/>
            <p:nvPr/>
          </p:nvSpPr>
          <p:spPr>
            <a:xfrm>
              <a:off x="976590"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29" name="Rectangle 128">
              <a:extLst>
                <a:ext uri="{FF2B5EF4-FFF2-40B4-BE49-F238E27FC236}">
                  <a16:creationId xmlns:a16="http://schemas.microsoft.com/office/drawing/2014/main" id="{F0BCD55E-5D02-21AB-36E9-4B9C474D7A6C}"/>
                </a:ext>
              </a:extLst>
            </p:cNvPr>
            <p:cNvSpPr/>
            <p:nvPr/>
          </p:nvSpPr>
          <p:spPr>
            <a:xfrm>
              <a:off x="1153043"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0" name="Rectangle 129">
              <a:extLst>
                <a:ext uri="{FF2B5EF4-FFF2-40B4-BE49-F238E27FC236}">
                  <a16:creationId xmlns:a16="http://schemas.microsoft.com/office/drawing/2014/main" id="{B4A79982-D22B-07A9-4B26-E1CBEF3458DA}"/>
                </a:ext>
              </a:extLst>
            </p:cNvPr>
            <p:cNvSpPr/>
            <p:nvPr/>
          </p:nvSpPr>
          <p:spPr>
            <a:xfrm>
              <a:off x="1331463"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1" name="Rectangle 130">
              <a:extLst>
                <a:ext uri="{FF2B5EF4-FFF2-40B4-BE49-F238E27FC236}">
                  <a16:creationId xmlns:a16="http://schemas.microsoft.com/office/drawing/2014/main" id="{53C71E3E-0D24-6CE2-1E37-D60396BF8A20}"/>
                </a:ext>
              </a:extLst>
            </p:cNvPr>
            <p:cNvSpPr/>
            <p:nvPr/>
          </p:nvSpPr>
          <p:spPr>
            <a:xfrm>
              <a:off x="1507916"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2" name="Rectangle 131">
              <a:extLst>
                <a:ext uri="{FF2B5EF4-FFF2-40B4-BE49-F238E27FC236}">
                  <a16:creationId xmlns:a16="http://schemas.microsoft.com/office/drawing/2014/main" id="{D4E25244-78B4-CF23-778F-F82610E82BCC}"/>
                </a:ext>
              </a:extLst>
            </p:cNvPr>
            <p:cNvSpPr/>
            <p:nvPr/>
          </p:nvSpPr>
          <p:spPr>
            <a:xfrm>
              <a:off x="1686336"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3" name="Rectangle 132">
              <a:extLst>
                <a:ext uri="{FF2B5EF4-FFF2-40B4-BE49-F238E27FC236}">
                  <a16:creationId xmlns:a16="http://schemas.microsoft.com/office/drawing/2014/main" id="{799BC39C-8075-EED8-5216-A02CDCC26D1C}"/>
                </a:ext>
              </a:extLst>
            </p:cNvPr>
            <p:cNvSpPr/>
            <p:nvPr/>
          </p:nvSpPr>
          <p:spPr>
            <a:xfrm>
              <a:off x="1862789" y="430630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4" name="Rectangle 133">
              <a:extLst>
                <a:ext uri="{FF2B5EF4-FFF2-40B4-BE49-F238E27FC236}">
                  <a16:creationId xmlns:a16="http://schemas.microsoft.com/office/drawing/2014/main" id="{91C1F88E-D8EE-4CAC-6DBC-82CE8A9E322B}"/>
                </a:ext>
              </a:extLst>
            </p:cNvPr>
            <p:cNvSpPr/>
            <p:nvPr/>
          </p:nvSpPr>
          <p:spPr>
            <a:xfrm>
              <a:off x="798170"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5" name="Rectangle 134">
              <a:extLst>
                <a:ext uri="{FF2B5EF4-FFF2-40B4-BE49-F238E27FC236}">
                  <a16:creationId xmlns:a16="http://schemas.microsoft.com/office/drawing/2014/main" id="{805FB9AD-E346-3C62-F5A7-828AEF3B3C31}"/>
                </a:ext>
              </a:extLst>
            </p:cNvPr>
            <p:cNvSpPr/>
            <p:nvPr/>
          </p:nvSpPr>
          <p:spPr>
            <a:xfrm>
              <a:off x="976590"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6" name="Rectangle 135">
              <a:extLst>
                <a:ext uri="{FF2B5EF4-FFF2-40B4-BE49-F238E27FC236}">
                  <a16:creationId xmlns:a16="http://schemas.microsoft.com/office/drawing/2014/main" id="{F2D5DC0F-29F6-376F-BAA7-64F867F40FAF}"/>
                </a:ext>
              </a:extLst>
            </p:cNvPr>
            <p:cNvSpPr/>
            <p:nvPr/>
          </p:nvSpPr>
          <p:spPr>
            <a:xfrm>
              <a:off x="1153043"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7" name="Rectangle 136">
              <a:extLst>
                <a:ext uri="{FF2B5EF4-FFF2-40B4-BE49-F238E27FC236}">
                  <a16:creationId xmlns:a16="http://schemas.microsoft.com/office/drawing/2014/main" id="{AF45045A-ADD3-4B41-54D8-59929B33C75A}"/>
                </a:ext>
              </a:extLst>
            </p:cNvPr>
            <p:cNvSpPr/>
            <p:nvPr/>
          </p:nvSpPr>
          <p:spPr>
            <a:xfrm>
              <a:off x="1331463"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8" name="Rectangle 137">
              <a:extLst>
                <a:ext uri="{FF2B5EF4-FFF2-40B4-BE49-F238E27FC236}">
                  <a16:creationId xmlns:a16="http://schemas.microsoft.com/office/drawing/2014/main" id="{EF7AE116-1035-80CD-1229-6EDD0185170F}"/>
                </a:ext>
              </a:extLst>
            </p:cNvPr>
            <p:cNvSpPr/>
            <p:nvPr/>
          </p:nvSpPr>
          <p:spPr>
            <a:xfrm>
              <a:off x="1507916"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39" name="Rectangle 138">
              <a:extLst>
                <a:ext uri="{FF2B5EF4-FFF2-40B4-BE49-F238E27FC236}">
                  <a16:creationId xmlns:a16="http://schemas.microsoft.com/office/drawing/2014/main" id="{348C2FE9-447C-EB28-480E-FFDE3B180BD2}"/>
                </a:ext>
              </a:extLst>
            </p:cNvPr>
            <p:cNvSpPr/>
            <p:nvPr/>
          </p:nvSpPr>
          <p:spPr>
            <a:xfrm>
              <a:off x="1686336"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0" name="Rectangle 139">
              <a:extLst>
                <a:ext uri="{FF2B5EF4-FFF2-40B4-BE49-F238E27FC236}">
                  <a16:creationId xmlns:a16="http://schemas.microsoft.com/office/drawing/2014/main" id="{B5162EB8-EE03-62F8-110D-4626209ED3F4}"/>
                </a:ext>
              </a:extLst>
            </p:cNvPr>
            <p:cNvSpPr/>
            <p:nvPr/>
          </p:nvSpPr>
          <p:spPr>
            <a:xfrm>
              <a:off x="1862789" y="448472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1" name="Rectangle 140">
              <a:extLst>
                <a:ext uri="{FF2B5EF4-FFF2-40B4-BE49-F238E27FC236}">
                  <a16:creationId xmlns:a16="http://schemas.microsoft.com/office/drawing/2014/main" id="{0A421AB0-125B-1ABB-0D1A-1BC6988EC9E2}"/>
                </a:ext>
              </a:extLst>
            </p:cNvPr>
            <p:cNvSpPr/>
            <p:nvPr/>
          </p:nvSpPr>
          <p:spPr>
            <a:xfrm>
              <a:off x="798170"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2" name="Rectangle 141">
              <a:extLst>
                <a:ext uri="{FF2B5EF4-FFF2-40B4-BE49-F238E27FC236}">
                  <a16:creationId xmlns:a16="http://schemas.microsoft.com/office/drawing/2014/main" id="{72DA5CA9-3808-CD46-BFD8-5CBD62368C0F}"/>
                </a:ext>
              </a:extLst>
            </p:cNvPr>
            <p:cNvSpPr/>
            <p:nvPr/>
          </p:nvSpPr>
          <p:spPr>
            <a:xfrm>
              <a:off x="976590"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3" name="Rectangle 142">
              <a:extLst>
                <a:ext uri="{FF2B5EF4-FFF2-40B4-BE49-F238E27FC236}">
                  <a16:creationId xmlns:a16="http://schemas.microsoft.com/office/drawing/2014/main" id="{40F8D78A-5A40-EAED-3079-2236642BB9AD}"/>
                </a:ext>
              </a:extLst>
            </p:cNvPr>
            <p:cNvSpPr/>
            <p:nvPr/>
          </p:nvSpPr>
          <p:spPr>
            <a:xfrm>
              <a:off x="1153043"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4" name="Rectangle 143">
              <a:extLst>
                <a:ext uri="{FF2B5EF4-FFF2-40B4-BE49-F238E27FC236}">
                  <a16:creationId xmlns:a16="http://schemas.microsoft.com/office/drawing/2014/main" id="{E2E1C568-E1F8-ED4F-5F8D-BE5BE2F06716}"/>
                </a:ext>
              </a:extLst>
            </p:cNvPr>
            <p:cNvSpPr/>
            <p:nvPr/>
          </p:nvSpPr>
          <p:spPr>
            <a:xfrm>
              <a:off x="1331463"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5" name="Rectangle 144">
              <a:extLst>
                <a:ext uri="{FF2B5EF4-FFF2-40B4-BE49-F238E27FC236}">
                  <a16:creationId xmlns:a16="http://schemas.microsoft.com/office/drawing/2014/main" id="{FCFB4683-ED51-5B68-32BA-2E1A00F23C4A}"/>
                </a:ext>
              </a:extLst>
            </p:cNvPr>
            <p:cNvSpPr/>
            <p:nvPr/>
          </p:nvSpPr>
          <p:spPr>
            <a:xfrm>
              <a:off x="1507916"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6" name="Rectangle 145">
              <a:extLst>
                <a:ext uri="{FF2B5EF4-FFF2-40B4-BE49-F238E27FC236}">
                  <a16:creationId xmlns:a16="http://schemas.microsoft.com/office/drawing/2014/main" id="{C06CC01D-843D-4C78-1D03-FA564355A259}"/>
                </a:ext>
              </a:extLst>
            </p:cNvPr>
            <p:cNvSpPr/>
            <p:nvPr/>
          </p:nvSpPr>
          <p:spPr>
            <a:xfrm>
              <a:off x="1686336"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7" name="Rectangle 146">
              <a:extLst>
                <a:ext uri="{FF2B5EF4-FFF2-40B4-BE49-F238E27FC236}">
                  <a16:creationId xmlns:a16="http://schemas.microsoft.com/office/drawing/2014/main" id="{0CEFE881-4C4F-31A1-4EB7-C740B068C333}"/>
                </a:ext>
              </a:extLst>
            </p:cNvPr>
            <p:cNvSpPr/>
            <p:nvPr/>
          </p:nvSpPr>
          <p:spPr>
            <a:xfrm>
              <a:off x="1862789" y="466314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8" name="Rectangle 147">
              <a:extLst>
                <a:ext uri="{FF2B5EF4-FFF2-40B4-BE49-F238E27FC236}">
                  <a16:creationId xmlns:a16="http://schemas.microsoft.com/office/drawing/2014/main" id="{DEC850D5-3D6B-87B9-0186-445D948EC1BA}"/>
                </a:ext>
              </a:extLst>
            </p:cNvPr>
            <p:cNvSpPr/>
            <p:nvPr/>
          </p:nvSpPr>
          <p:spPr>
            <a:xfrm>
              <a:off x="798170"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49" name="Rectangle 148">
              <a:extLst>
                <a:ext uri="{FF2B5EF4-FFF2-40B4-BE49-F238E27FC236}">
                  <a16:creationId xmlns:a16="http://schemas.microsoft.com/office/drawing/2014/main" id="{2DB1A4D9-424C-CF20-48BD-2605507D1EA8}"/>
                </a:ext>
              </a:extLst>
            </p:cNvPr>
            <p:cNvSpPr/>
            <p:nvPr/>
          </p:nvSpPr>
          <p:spPr>
            <a:xfrm>
              <a:off x="976590"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0" name="Rectangle 149">
              <a:extLst>
                <a:ext uri="{FF2B5EF4-FFF2-40B4-BE49-F238E27FC236}">
                  <a16:creationId xmlns:a16="http://schemas.microsoft.com/office/drawing/2014/main" id="{26E96505-D213-2AB8-6AAB-A3F9E55824A4}"/>
                </a:ext>
              </a:extLst>
            </p:cNvPr>
            <p:cNvSpPr/>
            <p:nvPr/>
          </p:nvSpPr>
          <p:spPr>
            <a:xfrm>
              <a:off x="1153043"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1" name="Rectangle 150">
              <a:extLst>
                <a:ext uri="{FF2B5EF4-FFF2-40B4-BE49-F238E27FC236}">
                  <a16:creationId xmlns:a16="http://schemas.microsoft.com/office/drawing/2014/main" id="{681EE97C-2EF5-6E2A-E5C0-2E257377D936}"/>
                </a:ext>
              </a:extLst>
            </p:cNvPr>
            <p:cNvSpPr/>
            <p:nvPr/>
          </p:nvSpPr>
          <p:spPr>
            <a:xfrm>
              <a:off x="1331463"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2" name="Rectangle 151">
              <a:extLst>
                <a:ext uri="{FF2B5EF4-FFF2-40B4-BE49-F238E27FC236}">
                  <a16:creationId xmlns:a16="http://schemas.microsoft.com/office/drawing/2014/main" id="{906EC26C-0DE3-5AD1-90D1-1EFDE6FDBFB7}"/>
                </a:ext>
              </a:extLst>
            </p:cNvPr>
            <p:cNvSpPr/>
            <p:nvPr/>
          </p:nvSpPr>
          <p:spPr>
            <a:xfrm>
              <a:off x="1507916"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3" name="Rectangle 152">
              <a:extLst>
                <a:ext uri="{FF2B5EF4-FFF2-40B4-BE49-F238E27FC236}">
                  <a16:creationId xmlns:a16="http://schemas.microsoft.com/office/drawing/2014/main" id="{6A0CA5CF-CA93-D383-33C5-0E9A233D7300}"/>
                </a:ext>
              </a:extLst>
            </p:cNvPr>
            <p:cNvSpPr/>
            <p:nvPr/>
          </p:nvSpPr>
          <p:spPr>
            <a:xfrm>
              <a:off x="1686336"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4" name="Rectangle 153">
              <a:extLst>
                <a:ext uri="{FF2B5EF4-FFF2-40B4-BE49-F238E27FC236}">
                  <a16:creationId xmlns:a16="http://schemas.microsoft.com/office/drawing/2014/main" id="{CA461CE6-4ADA-7937-2D98-7AE0C01ECF81}"/>
                </a:ext>
              </a:extLst>
            </p:cNvPr>
            <p:cNvSpPr/>
            <p:nvPr/>
          </p:nvSpPr>
          <p:spPr>
            <a:xfrm>
              <a:off x="1862789" y="484156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5" name="Rectangle 154">
              <a:extLst>
                <a:ext uri="{FF2B5EF4-FFF2-40B4-BE49-F238E27FC236}">
                  <a16:creationId xmlns:a16="http://schemas.microsoft.com/office/drawing/2014/main" id="{0E9AF3A6-E587-A80F-A1EF-D1C91025CA45}"/>
                </a:ext>
              </a:extLst>
            </p:cNvPr>
            <p:cNvSpPr/>
            <p:nvPr/>
          </p:nvSpPr>
          <p:spPr>
            <a:xfrm>
              <a:off x="798170"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6" name="Rectangle 155">
              <a:extLst>
                <a:ext uri="{FF2B5EF4-FFF2-40B4-BE49-F238E27FC236}">
                  <a16:creationId xmlns:a16="http://schemas.microsoft.com/office/drawing/2014/main" id="{0457F1DC-4534-A6A7-A1A3-7B1921B4C4EF}"/>
                </a:ext>
              </a:extLst>
            </p:cNvPr>
            <p:cNvSpPr/>
            <p:nvPr/>
          </p:nvSpPr>
          <p:spPr>
            <a:xfrm>
              <a:off x="976590"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7" name="Rectangle 156">
              <a:extLst>
                <a:ext uri="{FF2B5EF4-FFF2-40B4-BE49-F238E27FC236}">
                  <a16:creationId xmlns:a16="http://schemas.microsoft.com/office/drawing/2014/main" id="{2FD5482F-44E1-C4A7-D6B9-654BE61A811B}"/>
                </a:ext>
              </a:extLst>
            </p:cNvPr>
            <p:cNvSpPr/>
            <p:nvPr/>
          </p:nvSpPr>
          <p:spPr>
            <a:xfrm>
              <a:off x="1153043"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8" name="Rectangle 157">
              <a:extLst>
                <a:ext uri="{FF2B5EF4-FFF2-40B4-BE49-F238E27FC236}">
                  <a16:creationId xmlns:a16="http://schemas.microsoft.com/office/drawing/2014/main" id="{476AC0B9-5690-8EEB-1188-9FA8671D5C41}"/>
                </a:ext>
              </a:extLst>
            </p:cNvPr>
            <p:cNvSpPr/>
            <p:nvPr/>
          </p:nvSpPr>
          <p:spPr>
            <a:xfrm>
              <a:off x="1331463"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59" name="Rectangle 158">
              <a:extLst>
                <a:ext uri="{FF2B5EF4-FFF2-40B4-BE49-F238E27FC236}">
                  <a16:creationId xmlns:a16="http://schemas.microsoft.com/office/drawing/2014/main" id="{EEB1B544-EECA-59DB-D6D5-A5D4BDA07107}"/>
                </a:ext>
              </a:extLst>
            </p:cNvPr>
            <p:cNvSpPr/>
            <p:nvPr/>
          </p:nvSpPr>
          <p:spPr>
            <a:xfrm>
              <a:off x="1507916"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0" name="Rectangle 159">
              <a:extLst>
                <a:ext uri="{FF2B5EF4-FFF2-40B4-BE49-F238E27FC236}">
                  <a16:creationId xmlns:a16="http://schemas.microsoft.com/office/drawing/2014/main" id="{5D071799-7FB7-D881-3E3C-A3AD593DD913}"/>
                </a:ext>
              </a:extLst>
            </p:cNvPr>
            <p:cNvSpPr/>
            <p:nvPr/>
          </p:nvSpPr>
          <p:spPr>
            <a:xfrm>
              <a:off x="1686336"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1" name="Rectangle 160">
              <a:extLst>
                <a:ext uri="{FF2B5EF4-FFF2-40B4-BE49-F238E27FC236}">
                  <a16:creationId xmlns:a16="http://schemas.microsoft.com/office/drawing/2014/main" id="{D2739EC3-B1C9-EAA3-BDB5-33691F03338F}"/>
                </a:ext>
              </a:extLst>
            </p:cNvPr>
            <p:cNvSpPr/>
            <p:nvPr/>
          </p:nvSpPr>
          <p:spPr>
            <a:xfrm>
              <a:off x="1862789" y="501998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2" name="Rectangle 161">
              <a:extLst>
                <a:ext uri="{FF2B5EF4-FFF2-40B4-BE49-F238E27FC236}">
                  <a16:creationId xmlns:a16="http://schemas.microsoft.com/office/drawing/2014/main" id="{D70F960A-2467-2DE2-7BCE-EF17DAEF29B8}"/>
                </a:ext>
              </a:extLst>
            </p:cNvPr>
            <p:cNvSpPr/>
            <p:nvPr/>
          </p:nvSpPr>
          <p:spPr>
            <a:xfrm>
              <a:off x="798170"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3" name="Rectangle 162">
              <a:extLst>
                <a:ext uri="{FF2B5EF4-FFF2-40B4-BE49-F238E27FC236}">
                  <a16:creationId xmlns:a16="http://schemas.microsoft.com/office/drawing/2014/main" id="{70808229-9D0F-2893-DA90-DD8F5077D7D4}"/>
                </a:ext>
              </a:extLst>
            </p:cNvPr>
            <p:cNvSpPr/>
            <p:nvPr/>
          </p:nvSpPr>
          <p:spPr>
            <a:xfrm>
              <a:off x="976590"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4" name="Rectangle 163">
              <a:extLst>
                <a:ext uri="{FF2B5EF4-FFF2-40B4-BE49-F238E27FC236}">
                  <a16:creationId xmlns:a16="http://schemas.microsoft.com/office/drawing/2014/main" id="{8747CEF8-CF05-57FF-9891-C558B597F782}"/>
                </a:ext>
              </a:extLst>
            </p:cNvPr>
            <p:cNvSpPr/>
            <p:nvPr/>
          </p:nvSpPr>
          <p:spPr>
            <a:xfrm>
              <a:off x="1153043"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5" name="Rectangle 164">
              <a:extLst>
                <a:ext uri="{FF2B5EF4-FFF2-40B4-BE49-F238E27FC236}">
                  <a16:creationId xmlns:a16="http://schemas.microsoft.com/office/drawing/2014/main" id="{6A135504-7864-48CE-64F2-2D0724392B88}"/>
                </a:ext>
              </a:extLst>
            </p:cNvPr>
            <p:cNvSpPr/>
            <p:nvPr/>
          </p:nvSpPr>
          <p:spPr>
            <a:xfrm>
              <a:off x="1331463"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6" name="Rectangle 165">
              <a:extLst>
                <a:ext uri="{FF2B5EF4-FFF2-40B4-BE49-F238E27FC236}">
                  <a16:creationId xmlns:a16="http://schemas.microsoft.com/office/drawing/2014/main" id="{06F2ED96-3F3D-ACF2-5156-3E54179E5268}"/>
                </a:ext>
              </a:extLst>
            </p:cNvPr>
            <p:cNvSpPr/>
            <p:nvPr/>
          </p:nvSpPr>
          <p:spPr>
            <a:xfrm>
              <a:off x="1507916"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7" name="Rectangle 166">
              <a:extLst>
                <a:ext uri="{FF2B5EF4-FFF2-40B4-BE49-F238E27FC236}">
                  <a16:creationId xmlns:a16="http://schemas.microsoft.com/office/drawing/2014/main" id="{3235298B-4BFE-5813-450C-BB00C96FD637}"/>
                </a:ext>
              </a:extLst>
            </p:cNvPr>
            <p:cNvSpPr/>
            <p:nvPr/>
          </p:nvSpPr>
          <p:spPr>
            <a:xfrm>
              <a:off x="1686336"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68" name="Rectangle 167">
              <a:extLst>
                <a:ext uri="{FF2B5EF4-FFF2-40B4-BE49-F238E27FC236}">
                  <a16:creationId xmlns:a16="http://schemas.microsoft.com/office/drawing/2014/main" id="{246C1952-A502-0F40-B124-EE930EBDB974}"/>
                </a:ext>
              </a:extLst>
            </p:cNvPr>
            <p:cNvSpPr/>
            <p:nvPr/>
          </p:nvSpPr>
          <p:spPr>
            <a:xfrm>
              <a:off x="1862789" y="519840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grpSp>
        <p:nvGrpSpPr>
          <p:cNvPr id="169" name="Group 168">
            <a:extLst>
              <a:ext uri="{FF2B5EF4-FFF2-40B4-BE49-F238E27FC236}">
                <a16:creationId xmlns:a16="http://schemas.microsoft.com/office/drawing/2014/main" id="{5F667A65-BC20-6CFC-3A53-E2F39805004F}"/>
              </a:ext>
            </a:extLst>
          </p:cNvPr>
          <p:cNvGrpSpPr/>
          <p:nvPr/>
        </p:nvGrpSpPr>
        <p:grpSpPr>
          <a:xfrm>
            <a:off x="10071005" y="3905934"/>
            <a:ext cx="1239105" cy="1070520"/>
            <a:chOff x="798170" y="4306301"/>
            <a:chExt cx="1239105" cy="1070520"/>
          </a:xfrm>
        </p:grpSpPr>
        <p:sp>
          <p:nvSpPr>
            <p:cNvPr id="170" name="Rectangle 169">
              <a:extLst>
                <a:ext uri="{FF2B5EF4-FFF2-40B4-BE49-F238E27FC236}">
                  <a16:creationId xmlns:a16="http://schemas.microsoft.com/office/drawing/2014/main" id="{B7385905-AC2C-C010-3FB4-3EBFD2DCCA73}"/>
                </a:ext>
              </a:extLst>
            </p:cNvPr>
            <p:cNvSpPr/>
            <p:nvPr/>
          </p:nvSpPr>
          <p:spPr>
            <a:xfrm>
              <a:off x="798170"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1" name="Rectangle 170">
              <a:extLst>
                <a:ext uri="{FF2B5EF4-FFF2-40B4-BE49-F238E27FC236}">
                  <a16:creationId xmlns:a16="http://schemas.microsoft.com/office/drawing/2014/main" id="{09E2AD8E-DE70-F34F-BCC8-10083845756D}"/>
                </a:ext>
              </a:extLst>
            </p:cNvPr>
            <p:cNvSpPr/>
            <p:nvPr/>
          </p:nvSpPr>
          <p:spPr>
            <a:xfrm>
              <a:off x="976590"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2" name="Rectangle 171">
              <a:extLst>
                <a:ext uri="{FF2B5EF4-FFF2-40B4-BE49-F238E27FC236}">
                  <a16:creationId xmlns:a16="http://schemas.microsoft.com/office/drawing/2014/main" id="{AEDF0968-ECA1-5CEF-E08E-EE49321501A1}"/>
                </a:ext>
              </a:extLst>
            </p:cNvPr>
            <p:cNvSpPr/>
            <p:nvPr/>
          </p:nvSpPr>
          <p:spPr>
            <a:xfrm>
              <a:off x="1153043"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3" name="Rectangle 172">
              <a:extLst>
                <a:ext uri="{FF2B5EF4-FFF2-40B4-BE49-F238E27FC236}">
                  <a16:creationId xmlns:a16="http://schemas.microsoft.com/office/drawing/2014/main" id="{01E4083B-3CCB-510F-45FC-B9E9EC945C4E}"/>
                </a:ext>
              </a:extLst>
            </p:cNvPr>
            <p:cNvSpPr/>
            <p:nvPr/>
          </p:nvSpPr>
          <p:spPr>
            <a:xfrm>
              <a:off x="1331463"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4" name="Rectangle 173">
              <a:extLst>
                <a:ext uri="{FF2B5EF4-FFF2-40B4-BE49-F238E27FC236}">
                  <a16:creationId xmlns:a16="http://schemas.microsoft.com/office/drawing/2014/main" id="{993FC089-FD4F-E95F-080D-8EFC7B7DDB83}"/>
                </a:ext>
              </a:extLst>
            </p:cNvPr>
            <p:cNvSpPr/>
            <p:nvPr/>
          </p:nvSpPr>
          <p:spPr>
            <a:xfrm>
              <a:off x="1507916"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5" name="Rectangle 174">
              <a:extLst>
                <a:ext uri="{FF2B5EF4-FFF2-40B4-BE49-F238E27FC236}">
                  <a16:creationId xmlns:a16="http://schemas.microsoft.com/office/drawing/2014/main" id="{A4580F5A-52B0-3FA6-B2DC-B5AB31788F09}"/>
                </a:ext>
              </a:extLst>
            </p:cNvPr>
            <p:cNvSpPr/>
            <p:nvPr/>
          </p:nvSpPr>
          <p:spPr>
            <a:xfrm>
              <a:off x="1686336" y="43063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6" name="Rectangle 175">
              <a:extLst>
                <a:ext uri="{FF2B5EF4-FFF2-40B4-BE49-F238E27FC236}">
                  <a16:creationId xmlns:a16="http://schemas.microsoft.com/office/drawing/2014/main" id="{853EE4F9-E0F2-B7A4-A874-55710F5C4701}"/>
                </a:ext>
              </a:extLst>
            </p:cNvPr>
            <p:cNvSpPr/>
            <p:nvPr/>
          </p:nvSpPr>
          <p:spPr>
            <a:xfrm>
              <a:off x="1862789" y="430630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7" name="Rectangle 176">
              <a:extLst>
                <a:ext uri="{FF2B5EF4-FFF2-40B4-BE49-F238E27FC236}">
                  <a16:creationId xmlns:a16="http://schemas.microsoft.com/office/drawing/2014/main" id="{7F7E8496-33E3-355D-B1BD-7E1764B84238}"/>
                </a:ext>
              </a:extLst>
            </p:cNvPr>
            <p:cNvSpPr/>
            <p:nvPr/>
          </p:nvSpPr>
          <p:spPr>
            <a:xfrm>
              <a:off x="798170"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8" name="Rectangle 177">
              <a:extLst>
                <a:ext uri="{FF2B5EF4-FFF2-40B4-BE49-F238E27FC236}">
                  <a16:creationId xmlns:a16="http://schemas.microsoft.com/office/drawing/2014/main" id="{93250CE1-6B2A-1A54-B42C-9C15FA40F2EF}"/>
                </a:ext>
              </a:extLst>
            </p:cNvPr>
            <p:cNvSpPr/>
            <p:nvPr/>
          </p:nvSpPr>
          <p:spPr>
            <a:xfrm>
              <a:off x="976590"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79" name="Rectangle 178">
              <a:extLst>
                <a:ext uri="{FF2B5EF4-FFF2-40B4-BE49-F238E27FC236}">
                  <a16:creationId xmlns:a16="http://schemas.microsoft.com/office/drawing/2014/main" id="{171966FA-3E58-C13B-749D-35CB14BA8762}"/>
                </a:ext>
              </a:extLst>
            </p:cNvPr>
            <p:cNvSpPr/>
            <p:nvPr/>
          </p:nvSpPr>
          <p:spPr>
            <a:xfrm>
              <a:off x="1153043"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0" name="Rectangle 179">
              <a:extLst>
                <a:ext uri="{FF2B5EF4-FFF2-40B4-BE49-F238E27FC236}">
                  <a16:creationId xmlns:a16="http://schemas.microsoft.com/office/drawing/2014/main" id="{42C20577-3212-0062-3C9C-070FB9B5D703}"/>
                </a:ext>
              </a:extLst>
            </p:cNvPr>
            <p:cNvSpPr/>
            <p:nvPr/>
          </p:nvSpPr>
          <p:spPr>
            <a:xfrm>
              <a:off x="1331463"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1" name="Rectangle 180">
              <a:extLst>
                <a:ext uri="{FF2B5EF4-FFF2-40B4-BE49-F238E27FC236}">
                  <a16:creationId xmlns:a16="http://schemas.microsoft.com/office/drawing/2014/main" id="{94CC7C3B-E63C-E793-57B0-2F0C8154B8AC}"/>
                </a:ext>
              </a:extLst>
            </p:cNvPr>
            <p:cNvSpPr/>
            <p:nvPr/>
          </p:nvSpPr>
          <p:spPr>
            <a:xfrm>
              <a:off x="1507916"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2" name="Rectangle 181">
              <a:extLst>
                <a:ext uri="{FF2B5EF4-FFF2-40B4-BE49-F238E27FC236}">
                  <a16:creationId xmlns:a16="http://schemas.microsoft.com/office/drawing/2014/main" id="{7FAACB65-1507-7610-00FC-2D993E9C5938}"/>
                </a:ext>
              </a:extLst>
            </p:cNvPr>
            <p:cNvSpPr/>
            <p:nvPr/>
          </p:nvSpPr>
          <p:spPr>
            <a:xfrm>
              <a:off x="1686336" y="448472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3" name="Rectangle 182">
              <a:extLst>
                <a:ext uri="{FF2B5EF4-FFF2-40B4-BE49-F238E27FC236}">
                  <a16:creationId xmlns:a16="http://schemas.microsoft.com/office/drawing/2014/main" id="{8E51D879-CEE3-510D-9204-D317839A6C60}"/>
                </a:ext>
              </a:extLst>
            </p:cNvPr>
            <p:cNvSpPr/>
            <p:nvPr/>
          </p:nvSpPr>
          <p:spPr>
            <a:xfrm>
              <a:off x="1862789" y="448472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4" name="Rectangle 183">
              <a:extLst>
                <a:ext uri="{FF2B5EF4-FFF2-40B4-BE49-F238E27FC236}">
                  <a16:creationId xmlns:a16="http://schemas.microsoft.com/office/drawing/2014/main" id="{18E4E01E-766F-093C-A0E5-77777E9C7F1C}"/>
                </a:ext>
              </a:extLst>
            </p:cNvPr>
            <p:cNvSpPr/>
            <p:nvPr/>
          </p:nvSpPr>
          <p:spPr>
            <a:xfrm>
              <a:off x="798170"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5" name="Rectangle 184">
              <a:extLst>
                <a:ext uri="{FF2B5EF4-FFF2-40B4-BE49-F238E27FC236}">
                  <a16:creationId xmlns:a16="http://schemas.microsoft.com/office/drawing/2014/main" id="{FBF2E1D7-73E3-0F52-B54E-E61B1F09A4D4}"/>
                </a:ext>
              </a:extLst>
            </p:cNvPr>
            <p:cNvSpPr/>
            <p:nvPr/>
          </p:nvSpPr>
          <p:spPr>
            <a:xfrm>
              <a:off x="976590"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6" name="Rectangle 185">
              <a:extLst>
                <a:ext uri="{FF2B5EF4-FFF2-40B4-BE49-F238E27FC236}">
                  <a16:creationId xmlns:a16="http://schemas.microsoft.com/office/drawing/2014/main" id="{094AEADB-AA2F-9D94-5A48-DB037AD36A73}"/>
                </a:ext>
              </a:extLst>
            </p:cNvPr>
            <p:cNvSpPr/>
            <p:nvPr/>
          </p:nvSpPr>
          <p:spPr>
            <a:xfrm>
              <a:off x="1153043"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7" name="Rectangle 186">
              <a:extLst>
                <a:ext uri="{FF2B5EF4-FFF2-40B4-BE49-F238E27FC236}">
                  <a16:creationId xmlns:a16="http://schemas.microsoft.com/office/drawing/2014/main" id="{C68F83BA-8750-6B83-5245-0DFAAA5DC69B}"/>
                </a:ext>
              </a:extLst>
            </p:cNvPr>
            <p:cNvSpPr/>
            <p:nvPr/>
          </p:nvSpPr>
          <p:spPr>
            <a:xfrm>
              <a:off x="1331463"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8" name="Rectangle 187">
              <a:extLst>
                <a:ext uri="{FF2B5EF4-FFF2-40B4-BE49-F238E27FC236}">
                  <a16:creationId xmlns:a16="http://schemas.microsoft.com/office/drawing/2014/main" id="{5F10B175-2298-9058-B107-AD744DB50C79}"/>
                </a:ext>
              </a:extLst>
            </p:cNvPr>
            <p:cNvSpPr/>
            <p:nvPr/>
          </p:nvSpPr>
          <p:spPr>
            <a:xfrm>
              <a:off x="1507916"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89" name="Rectangle 188">
              <a:extLst>
                <a:ext uri="{FF2B5EF4-FFF2-40B4-BE49-F238E27FC236}">
                  <a16:creationId xmlns:a16="http://schemas.microsoft.com/office/drawing/2014/main" id="{3EAD6916-4117-304C-8A7E-7B25BE8ED198}"/>
                </a:ext>
              </a:extLst>
            </p:cNvPr>
            <p:cNvSpPr/>
            <p:nvPr/>
          </p:nvSpPr>
          <p:spPr>
            <a:xfrm>
              <a:off x="1686336" y="466314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0" name="Rectangle 189">
              <a:extLst>
                <a:ext uri="{FF2B5EF4-FFF2-40B4-BE49-F238E27FC236}">
                  <a16:creationId xmlns:a16="http://schemas.microsoft.com/office/drawing/2014/main" id="{139227BF-A5BE-D4F5-D106-1A2A566DC2D7}"/>
                </a:ext>
              </a:extLst>
            </p:cNvPr>
            <p:cNvSpPr/>
            <p:nvPr/>
          </p:nvSpPr>
          <p:spPr>
            <a:xfrm>
              <a:off x="1862789" y="466314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1" name="Rectangle 190">
              <a:extLst>
                <a:ext uri="{FF2B5EF4-FFF2-40B4-BE49-F238E27FC236}">
                  <a16:creationId xmlns:a16="http://schemas.microsoft.com/office/drawing/2014/main" id="{4707033B-E665-6F9E-0FCD-8EA4B9316A35}"/>
                </a:ext>
              </a:extLst>
            </p:cNvPr>
            <p:cNvSpPr/>
            <p:nvPr/>
          </p:nvSpPr>
          <p:spPr>
            <a:xfrm>
              <a:off x="798170"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2" name="Rectangle 191">
              <a:extLst>
                <a:ext uri="{FF2B5EF4-FFF2-40B4-BE49-F238E27FC236}">
                  <a16:creationId xmlns:a16="http://schemas.microsoft.com/office/drawing/2014/main" id="{55147D55-DE26-0464-CFE5-52F820AEE917}"/>
                </a:ext>
              </a:extLst>
            </p:cNvPr>
            <p:cNvSpPr/>
            <p:nvPr/>
          </p:nvSpPr>
          <p:spPr>
            <a:xfrm>
              <a:off x="976590"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3" name="Rectangle 192">
              <a:extLst>
                <a:ext uri="{FF2B5EF4-FFF2-40B4-BE49-F238E27FC236}">
                  <a16:creationId xmlns:a16="http://schemas.microsoft.com/office/drawing/2014/main" id="{6603B2DA-8E9D-56AB-3E30-4FDF2DFFC60B}"/>
                </a:ext>
              </a:extLst>
            </p:cNvPr>
            <p:cNvSpPr/>
            <p:nvPr/>
          </p:nvSpPr>
          <p:spPr>
            <a:xfrm>
              <a:off x="1153043"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4" name="Rectangle 193">
              <a:extLst>
                <a:ext uri="{FF2B5EF4-FFF2-40B4-BE49-F238E27FC236}">
                  <a16:creationId xmlns:a16="http://schemas.microsoft.com/office/drawing/2014/main" id="{75D288CB-7448-23DF-D6AC-F3251D0D5847}"/>
                </a:ext>
              </a:extLst>
            </p:cNvPr>
            <p:cNvSpPr/>
            <p:nvPr/>
          </p:nvSpPr>
          <p:spPr>
            <a:xfrm>
              <a:off x="1331463"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5" name="Rectangle 194">
              <a:extLst>
                <a:ext uri="{FF2B5EF4-FFF2-40B4-BE49-F238E27FC236}">
                  <a16:creationId xmlns:a16="http://schemas.microsoft.com/office/drawing/2014/main" id="{6764DADA-BF30-DB88-B702-333EE078CEAE}"/>
                </a:ext>
              </a:extLst>
            </p:cNvPr>
            <p:cNvSpPr/>
            <p:nvPr/>
          </p:nvSpPr>
          <p:spPr>
            <a:xfrm>
              <a:off x="1507916"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6" name="Rectangle 195">
              <a:extLst>
                <a:ext uri="{FF2B5EF4-FFF2-40B4-BE49-F238E27FC236}">
                  <a16:creationId xmlns:a16="http://schemas.microsoft.com/office/drawing/2014/main" id="{B1E727C6-DA43-F3EA-5801-EBCDA994FF28}"/>
                </a:ext>
              </a:extLst>
            </p:cNvPr>
            <p:cNvSpPr/>
            <p:nvPr/>
          </p:nvSpPr>
          <p:spPr>
            <a:xfrm>
              <a:off x="1686336" y="484156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7" name="Rectangle 196">
              <a:extLst>
                <a:ext uri="{FF2B5EF4-FFF2-40B4-BE49-F238E27FC236}">
                  <a16:creationId xmlns:a16="http://schemas.microsoft.com/office/drawing/2014/main" id="{C81B2E31-0206-0A18-24AE-C1BEB685ACDB}"/>
                </a:ext>
              </a:extLst>
            </p:cNvPr>
            <p:cNvSpPr/>
            <p:nvPr/>
          </p:nvSpPr>
          <p:spPr>
            <a:xfrm>
              <a:off x="1862789" y="484156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8" name="Rectangle 197">
              <a:extLst>
                <a:ext uri="{FF2B5EF4-FFF2-40B4-BE49-F238E27FC236}">
                  <a16:creationId xmlns:a16="http://schemas.microsoft.com/office/drawing/2014/main" id="{17C7F2E7-9ACC-1F6D-812B-FC4175156A25}"/>
                </a:ext>
              </a:extLst>
            </p:cNvPr>
            <p:cNvSpPr/>
            <p:nvPr/>
          </p:nvSpPr>
          <p:spPr>
            <a:xfrm>
              <a:off x="798170"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199" name="Rectangle 198">
              <a:extLst>
                <a:ext uri="{FF2B5EF4-FFF2-40B4-BE49-F238E27FC236}">
                  <a16:creationId xmlns:a16="http://schemas.microsoft.com/office/drawing/2014/main" id="{C43DC3EC-1F3C-69D1-0D2C-E1117FA5EBAD}"/>
                </a:ext>
              </a:extLst>
            </p:cNvPr>
            <p:cNvSpPr/>
            <p:nvPr/>
          </p:nvSpPr>
          <p:spPr>
            <a:xfrm>
              <a:off x="976590"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0" name="Rectangle 199">
              <a:extLst>
                <a:ext uri="{FF2B5EF4-FFF2-40B4-BE49-F238E27FC236}">
                  <a16:creationId xmlns:a16="http://schemas.microsoft.com/office/drawing/2014/main" id="{46CB2B4B-8474-C5C1-AE82-9A546895151A}"/>
                </a:ext>
              </a:extLst>
            </p:cNvPr>
            <p:cNvSpPr/>
            <p:nvPr/>
          </p:nvSpPr>
          <p:spPr>
            <a:xfrm>
              <a:off x="1153043"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1" name="Rectangle 200">
              <a:extLst>
                <a:ext uri="{FF2B5EF4-FFF2-40B4-BE49-F238E27FC236}">
                  <a16:creationId xmlns:a16="http://schemas.microsoft.com/office/drawing/2014/main" id="{E80C7785-76EE-BBDC-4EB8-4407216A803C}"/>
                </a:ext>
              </a:extLst>
            </p:cNvPr>
            <p:cNvSpPr/>
            <p:nvPr/>
          </p:nvSpPr>
          <p:spPr>
            <a:xfrm>
              <a:off x="1331463"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2" name="Rectangle 201">
              <a:extLst>
                <a:ext uri="{FF2B5EF4-FFF2-40B4-BE49-F238E27FC236}">
                  <a16:creationId xmlns:a16="http://schemas.microsoft.com/office/drawing/2014/main" id="{63CEE0E9-D17E-8DD0-8ACF-594447C2DCFD}"/>
                </a:ext>
              </a:extLst>
            </p:cNvPr>
            <p:cNvSpPr/>
            <p:nvPr/>
          </p:nvSpPr>
          <p:spPr>
            <a:xfrm>
              <a:off x="1507916"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3" name="Rectangle 202">
              <a:extLst>
                <a:ext uri="{FF2B5EF4-FFF2-40B4-BE49-F238E27FC236}">
                  <a16:creationId xmlns:a16="http://schemas.microsoft.com/office/drawing/2014/main" id="{E7108806-4AE9-618C-9211-E21082167F32}"/>
                </a:ext>
              </a:extLst>
            </p:cNvPr>
            <p:cNvSpPr/>
            <p:nvPr/>
          </p:nvSpPr>
          <p:spPr>
            <a:xfrm>
              <a:off x="1686336" y="501998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4" name="Rectangle 203">
              <a:extLst>
                <a:ext uri="{FF2B5EF4-FFF2-40B4-BE49-F238E27FC236}">
                  <a16:creationId xmlns:a16="http://schemas.microsoft.com/office/drawing/2014/main" id="{6C329D74-1A7A-FEA9-4042-FFF45D263B13}"/>
                </a:ext>
              </a:extLst>
            </p:cNvPr>
            <p:cNvSpPr/>
            <p:nvPr/>
          </p:nvSpPr>
          <p:spPr>
            <a:xfrm>
              <a:off x="1862789" y="501998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5" name="Rectangle 204">
              <a:extLst>
                <a:ext uri="{FF2B5EF4-FFF2-40B4-BE49-F238E27FC236}">
                  <a16:creationId xmlns:a16="http://schemas.microsoft.com/office/drawing/2014/main" id="{27808ED8-862B-A99F-633D-07B6A87C96BA}"/>
                </a:ext>
              </a:extLst>
            </p:cNvPr>
            <p:cNvSpPr/>
            <p:nvPr/>
          </p:nvSpPr>
          <p:spPr>
            <a:xfrm>
              <a:off x="798170"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6" name="Rectangle 205">
              <a:extLst>
                <a:ext uri="{FF2B5EF4-FFF2-40B4-BE49-F238E27FC236}">
                  <a16:creationId xmlns:a16="http://schemas.microsoft.com/office/drawing/2014/main" id="{8E1B9B5F-DAA9-C130-AEC7-E5DB40A68AE7}"/>
                </a:ext>
              </a:extLst>
            </p:cNvPr>
            <p:cNvSpPr/>
            <p:nvPr/>
          </p:nvSpPr>
          <p:spPr>
            <a:xfrm>
              <a:off x="976590"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7" name="Rectangle 206">
              <a:extLst>
                <a:ext uri="{FF2B5EF4-FFF2-40B4-BE49-F238E27FC236}">
                  <a16:creationId xmlns:a16="http://schemas.microsoft.com/office/drawing/2014/main" id="{4C83DFFA-4192-DCC7-5CDF-B1172EBC2D0F}"/>
                </a:ext>
              </a:extLst>
            </p:cNvPr>
            <p:cNvSpPr/>
            <p:nvPr/>
          </p:nvSpPr>
          <p:spPr>
            <a:xfrm>
              <a:off x="1153043"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8" name="Rectangle 207">
              <a:extLst>
                <a:ext uri="{FF2B5EF4-FFF2-40B4-BE49-F238E27FC236}">
                  <a16:creationId xmlns:a16="http://schemas.microsoft.com/office/drawing/2014/main" id="{BF00C8BC-CEB9-CEDE-7295-C167FAA12E62}"/>
                </a:ext>
              </a:extLst>
            </p:cNvPr>
            <p:cNvSpPr/>
            <p:nvPr/>
          </p:nvSpPr>
          <p:spPr>
            <a:xfrm>
              <a:off x="1331463"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09" name="Rectangle 208">
              <a:extLst>
                <a:ext uri="{FF2B5EF4-FFF2-40B4-BE49-F238E27FC236}">
                  <a16:creationId xmlns:a16="http://schemas.microsoft.com/office/drawing/2014/main" id="{B24996E9-936B-FD71-328C-8EFF0BC7E58C}"/>
                </a:ext>
              </a:extLst>
            </p:cNvPr>
            <p:cNvSpPr/>
            <p:nvPr/>
          </p:nvSpPr>
          <p:spPr>
            <a:xfrm>
              <a:off x="1507916"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0" name="Rectangle 209">
              <a:extLst>
                <a:ext uri="{FF2B5EF4-FFF2-40B4-BE49-F238E27FC236}">
                  <a16:creationId xmlns:a16="http://schemas.microsoft.com/office/drawing/2014/main" id="{21BFC3FB-1CE1-B8B9-3DDF-E1D552763885}"/>
                </a:ext>
              </a:extLst>
            </p:cNvPr>
            <p:cNvSpPr/>
            <p:nvPr/>
          </p:nvSpPr>
          <p:spPr>
            <a:xfrm>
              <a:off x="1686336" y="5198401"/>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1" name="Rectangle 210">
              <a:extLst>
                <a:ext uri="{FF2B5EF4-FFF2-40B4-BE49-F238E27FC236}">
                  <a16:creationId xmlns:a16="http://schemas.microsoft.com/office/drawing/2014/main" id="{B702945F-0096-564B-5657-BE2E81AC7C47}"/>
                </a:ext>
              </a:extLst>
            </p:cNvPr>
            <p:cNvSpPr/>
            <p:nvPr/>
          </p:nvSpPr>
          <p:spPr>
            <a:xfrm>
              <a:off x="1862789" y="5198401"/>
              <a:ext cx="174486"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grpSp>
        <p:nvGrpSpPr>
          <p:cNvPr id="240" name="Group 239">
            <a:extLst>
              <a:ext uri="{FF2B5EF4-FFF2-40B4-BE49-F238E27FC236}">
                <a16:creationId xmlns:a16="http://schemas.microsoft.com/office/drawing/2014/main" id="{BADEF664-05A8-2C59-9A8B-28978E102E87}"/>
              </a:ext>
            </a:extLst>
          </p:cNvPr>
          <p:cNvGrpSpPr/>
          <p:nvPr/>
        </p:nvGrpSpPr>
        <p:grpSpPr>
          <a:xfrm>
            <a:off x="2201997" y="2172522"/>
            <a:ext cx="713680" cy="1216395"/>
            <a:chOff x="976879" y="1721249"/>
            <a:chExt cx="713680" cy="1216395"/>
          </a:xfrm>
        </p:grpSpPr>
        <p:sp>
          <p:nvSpPr>
            <p:cNvPr id="212" name="Rectangle 211">
              <a:extLst>
                <a:ext uri="{FF2B5EF4-FFF2-40B4-BE49-F238E27FC236}">
                  <a16:creationId xmlns:a16="http://schemas.microsoft.com/office/drawing/2014/main" id="{A6573671-235D-4A26-6CFE-1E22E06DC148}"/>
                </a:ext>
              </a:extLst>
            </p:cNvPr>
            <p:cNvSpPr/>
            <p:nvPr/>
          </p:nvSpPr>
          <p:spPr>
            <a:xfrm>
              <a:off x="97687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3" name="Rectangle 212">
              <a:extLst>
                <a:ext uri="{FF2B5EF4-FFF2-40B4-BE49-F238E27FC236}">
                  <a16:creationId xmlns:a16="http://schemas.microsoft.com/office/drawing/2014/main" id="{6A3E5FC9-8330-D977-2C70-B57BCDD34223}"/>
                </a:ext>
              </a:extLst>
            </p:cNvPr>
            <p:cNvSpPr/>
            <p:nvPr/>
          </p:nvSpPr>
          <p:spPr>
            <a:xfrm>
              <a:off x="115529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4" name="Rectangle 213">
              <a:extLst>
                <a:ext uri="{FF2B5EF4-FFF2-40B4-BE49-F238E27FC236}">
                  <a16:creationId xmlns:a16="http://schemas.microsoft.com/office/drawing/2014/main" id="{663E70D7-2B0C-F45D-2714-0B4BA3D72163}"/>
                </a:ext>
              </a:extLst>
            </p:cNvPr>
            <p:cNvSpPr/>
            <p:nvPr/>
          </p:nvSpPr>
          <p:spPr>
            <a:xfrm>
              <a:off x="133371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5" name="Rectangle 214">
              <a:extLst>
                <a:ext uri="{FF2B5EF4-FFF2-40B4-BE49-F238E27FC236}">
                  <a16:creationId xmlns:a16="http://schemas.microsoft.com/office/drawing/2014/main" id="{DCF1522E-9EDD-8BF9-310A-BB83AF4DF558}"/>
                </a:ext>
              </a:extLst>
            </p:cNvPr>
            <p:cNvSpPr/>
            <p:nvPr/>
          </p:nvSpPr>
          <p:spPr>
            <a:xfrm>
              <a:off x="151213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6" name="Rectangle 215">
              <a:extLst>
                <a:ext uri="{FF2B5EF4-FFF2-40B4-BE49-F238E27FC236}">
                  <a16:creationId xmlns:a16="http://schemas.microsoft.com/office/drawing/2014/main" id="{BDD34EE4-DCDE-5BD7-3F80-300701CAA50C}"/>
                </a:ext>
              </a:extLst>
            </p:cNvPr>
            <p:cNvSpPr/>
            <p:nvPr/>
          </p:nvSpPr>
          <p:spPr>
            <a:xfrm>
              <a:off x="97687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7" name="Rectangle 216">
              <a:extLst>
                <a:ext uri="{FF2B5EF4-FFF2-40B4-BE49-F238E27FC236}">
                  <a16:creationId xmlns:a16="http://schemas.microsoft.com/office/drawing/2014/main" id="{B45A0E13-1FDD-5FD9-26A6-96AA014818B2}"/>
                </a:ext>
              </a:extLst>
            </p:cNvPr>
            <p:cNvSpPr/>
            <p:nvPr/>
          </p:nvSpPr>
          <p:spPr>
            <a:xfrm>
              <a:off x="115529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8" name="Rectangle 217">
              <a:extLst>
                <a:ext uri="{FF2B5EF4-FFF2-40B4-BE49-F238E27FC236}">
                  <a16:creationId xmlns:a16="http://schemas.microsoft.com/office/drawing/2014/main" id="{FBB38645-145C-B33C-D1C0-C8634F701A54}"/>
                </a:ext>
              </a:extLst>
            </p:cNvPr>
            <p:cNvSpPr/>
            <p:nvPr/>
          </p:nvSpPr>
          <p:spPr>
            <a:xfrm>
              <a:off x="133371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19" name="Rectangle 218">
              <a:extLst>
                <a:ext uri="{FF2B5EF4-FFF2-40B4-BE49-F238E27FC236}">
                  <a16:creationId xmlns:a16="http://schemas.microsoft.com/office/drawing/2014/main" id="{9396AF75-919D-97C0-F6B9-B9279952109A}"/>
                </a:ext>
              </a:extLst>
            </p:cNvPr>
            <p:cNvSpPr/>
            <p:nvPr/>
          </p:nvSpPr>
          <p:spPr>
            <a:xfrm>
              <a:off x="151213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0" name="Rectangle 219">
              <a:extLst>
                <a:ext uri="{FF2B5EF4-FFF2-40B4-BE49-F238E27FC236}">
                  <a16:creationId xmlns:a16="http://schemas.microsoft.com/office/drawing/2014/main" id="{C7FB84BC-0D83-BD1A-3EBF-B0C506F73D3C}"/>
                </a:ext>
              </a:extLst>
            </p:cNvPr>
            <p:cNvSpPr/>
            <p:nvPr/>
          </p:nvSpPr>
          <p:spPr>
            <a:xfrm>
              <a:off x="97687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1" name="Rectangle 220">
              <a:extLst>
                <a:ext uri="{FF2B5EF4-FFF2-40B4-BE49-F238E27FC236}">
                  <a16:creationId xmlns:a16="http://schemas.microsoft.com/office/drawing/2014/main" id="{9A0B598F-3069-D0F6-AEFC-998ED8D3D38F}"/>
                </a:ext>
              </a:extLst>
            </p:cNvPr>
            <p:cNvSpPr/>
            <p:nvPr/>
          </p:nvSpPr>
          <p:spPr>
            <a:xfrm>
              <a:off x="115529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2" name="Rectangle 221">
              <a:extLst>
                <a:ext uri="{FF2B5EF4-FFF2-40B4-BE49-F238E27FC236}">
                  <a16:creationId xmlns:a16="http://schemas.microsoft.com/office/drawing/2014/main" id="{1442A212-5EA5-DFCA-13CA-DDC44603F1A6}"/>
                </a:ext>
              </a:extLst>
            </p:cNvPr>
            <p:cNvSpPr/>
            <p:nvPr/>
          </p:nvSpPr>
          <p:spPr>
            <a:xfrm>
              <a:off x="133371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3" name="Rectangle 222">
              <a:extLst>
                <a:ext uri="{FF2B5EF4-FFF2-40B4-BE49-F238E27FC236}">
                  <a16:creationId xmlns:a16="http://schemas.microsoft.com/office/drawing/2014/main" id="{A3DC7873-51D1-6246-3D8F-B5B87848A2BD}"/>
                </a:ext>
              </a:extLst>
            </p:cNvPr>
            <p:cNvSpPr/>
            <p:nvPr/>
          </p:nvSpPr>
          <p:spPr>
            <a:xfrm>
              <a:off x="151213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4" name="Rectangle 223">
              <a:extLst>
                <a:ext uri="{FF2B5EF4-FFF2-40B4-BE49-F238E27FC236}">
                  <a16:creationId xmlns:a16="http://schemas.microsoft.com/office/drawing/2014/main" id="{A290ADE8-5899-0C65-9AF2-82196EE6AED7}"/>
                </a:ext>
              </a:extLst>
            </p:cNvPr>
            <p:cNvSpPr/>
            <p:nvPr/>
          </p:nvSpPr>
          <p:spPr>
            <a:xfrm>
              <a:off x="97687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5" name="Rectangle 224">
              <a:extLst>
                <a:ext uri="{FF2B5EF4-FFF2-40B4-BE49-F238E27FC236}">
                  <a16:creationId xmlns:a16="http://schemas.microsoft.com/office/drawing/2014/main" id="{06ED0C98-EDC8-0799-055C-6A9337E2433C}"/>
                </a:ext>
              </a:extLst>
            </p:cNvPr>
            <p:cNvSpPr/>
            <p:nvPr/>
          </p:nvSpPr>
          <p:spPr>
            <a:xfrm>
              <a:off x="115529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6" name="Rectangle 225">
              <a:extLst>
                <a:ext uri="{FF2B5EF4-FFF2-40B4-BE49-F238E27FC236}">
                  <a16:creationId xmlns:a16="http://schemas.microsoft.com/office/drawing/2014/main" id="{40FA815C-51F2-8037-F118-63D8D5108E2A}"/>
                </a:ext>
              </a:extLst>
            </p:cNvPr>
            <p:cNvSpPr/>
            <p:nvPr/>
          </p:nvSpPr>
          <p:spPr>
            <a:xfrm>
              <a:off x="133371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7" name="Rectangle 226">
              <a:extLst>
                <a:ext uri="{FF2B5EF4-FFF2-40B4-BE49-F238E27FC236}">
                  <a16:creationId xmlns:a16="http://schemas.microsoft.com/office/drawing/2014/main" id="{0BDA3F69-2400-CC9F-6E62-C79F113B26A0}"/>
                </a:ext>
              </a:extLst>
            </p:cNvPr>
            <p:cNvSpPr/>
            <p:nvPr/>
          </p:nvSpPr>
          <p:spPr>
            <a:xfrm>
              <a:off x="151213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8" name="Rectangle 227">
              <a:extLst>
                <a:ext uri="{FF2B5EF4-FFF2-40B4-BE49-F238E27FC236}">
                  <a16:creationId xmlns:a16="http://schemas.microsoft.com/office/drawing/2014/main" id="{3715E8A3-2120-05E0-09EE-466AD290207E}"/>
                </a:ext>
              </a:extLst>
            </p:cNvPr>
            <p:cNvSpPr/>
            <p:nvPr/>
          </p:nvSpPr>
          <p:spPr>
            <a:xfrm>
              <a:off x="97687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29" name="Rectangle 228">
              <a:extLst>
                <a:ext uri="{FF2B5EF4-FFF2-40B4-BE49-F238E27FC236}">
                  <a16:creationId xmlns:a16="http://schemas.microsoft.com/office/drawing/2014/main" id="{4D43B171-1626-A55F-09A4-DFB52B16A19A}"/>
                </a:ext>
              </a:extLst>
            </p:cNvPr>
            <p:cNvSpPr/>
            <p:nvPr/>
          </p:nvSpPr>
          <p:spPr>
            <a:xfrm>
              <a:off x="115529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0" name="Rectangle 229">
              <a:extLst>
                <a:ext uri="{FF2B5EF4-FFF2-40B4-BE49-F238E27FC236}">
                  <a16:creationId xmlns:a16="http://schemas.microsoft.com/office/drawing/2014/main" id="{78B35BB1-A60A-D81B-451B-A50D3791C500}"/>
                </a:ext>
              </a:extLst>
            </p:cNvPr>
            <p:cNvSpPr/>
            <p:nvPr/>
          </p:nvSpPr>
          <p:spPr>
            <a:xfrm>
              <a:off x="133371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1" name="Rectangle 230">
              <a:extLst>
                <a:ext uri="{FF2B5EF4-FFF2-40B4-BE49-F238E27FC236}">
                  <a16:creationId xmlns:a16="http://schemas.microsoft.com/office/drawing/2014/main" id="{3494D2F8-AC2C-D579-7078-F94C7FE3BCA1}"/>
                </a:ext>
              </a:extLst>
            </p:cNvPr>
            <p:cNvSpPr/>
            <p:nvPr/>
          </p:nvSpPr>
          <p:spPr>
            <a:xfrm>
              <a:off x="151213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2" name="Rectangle 231">
              <a:extLst>
                <a:ext uri="{FF2B5EF4-FFF2-40B4-BE49-F238E27FC236}">
                  <a16:creationId xmlns:a16="http://schemas.microsoft.com/office/drawing/2014/main" id="{0C950A95-8EB7-87B0-17EB-015A13E62C40}"/>
                </a:ext>
              </a:extLst>
            </p:cNvPr>
            <p:cNvSpPr/>
            <p:nvPr/>
          </p:nvSpPr>
          <p:spPr>
            <a:xfrm>
              <a:off x="97687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3" name="Rectangle 232">
              <a:extLst>
                <a:ext uri="{FF2B5EF4-FFF2-40B4-BE49-F238E27FC236}">
                  <a16:creationId xmlns:a16="http://schemas.microsoft.com/office/drawing/2014/main" id="{DD34E531-31C4-9848-3475-A47CC6587707}"/>
                </a:ext>
              </a:extLst>
            </p:cNvPr>
            <p:cNvSpPr/>
            <p:nvPr/>
          </p:nvSpPr>
          <p:spPr>
            <a:xfrm>
              <a:off x="115529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4" name="Rectangle 233">
              <a:extLst>
                <a:ext uri="{FF2B5EF4-FFF2-40B4-BE49-F238E27FC236}">
                  <a16:creationId xmlns:a16="http://schemas.microsoft.com/office/drawing/2014/main" id="{BA3EC122-43DA-2C8F-ED31-722B386E83D4}"/>
                </a:ext>
              </a:extLst>
            </p:cNvPr>
            <p:cNvSpPr/>
            <p:nvPr/>
          </p:nvSpPr>
          <p:spPr>
            <a:xfrm>
              <a:off x="133371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5" name="Rectangle 234">
              <a:extLst>
                <a:ext uri="{FF2B5EF4-FFF2-40B4-BE49-F238E27FC236}">
                  <a16:creationId xmlns:a16="http://schemas.microsoft.com/office/drawing/2014/main" id="{9FA72587-8C5E-CA85-DBE5-AB8AEEA8C605}"/>
                </a:ext>
              </a:extLst>
            </p:cNvPr>
            <p:cNvSpPr/>
            <p:nvPr/>
          </p:nvSpPr>
          <p:spPr>
            <a:xfrm>
              <a:off x="151213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6" name="Rectangle 235">
              <a:extLst>
                <a:ext uri="{FF2B5EF4-FFF2-40B4-BE49-F238E27FC236}">
                  <a16:creationId xmlns:a16="http://schemas.microsoft.com/office/drawing/2014/main" id="{0BA87567-BE43-C2F5-D31E-802B5AE7798F}"/>
                </a:ext>
              </a:extLst>
            </p:cNvPr>
            <p:cNvSpPr/>
            <p:nvPr/>
          </p:nvSpPr>
          <p:spPr>
            <a:xfrm>
              <a:off x="97687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7" name="Rectangle 236">
              <a:extLst>
                <a:ext uri="{FF2B5EF4-FFF2-40B4-BE49-F238E27FC236}">
                  <a16:creationId xmlns:a16="http://schemas.microsoft.com/office/drawing/2014/main" id="{9ABD3A2F-A1B6-3C31-8B8A-00056D343030}"/>
                </a:ext>
              </a:extLst>
            </p:cNvPr>
            <p:cNvSpPr/>
            <p:nvPr/>
          </p:nvSpPr>
          <p:spPr>
            <a:xfrm>
              <a:off x="115529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8" name="Rectangle 237">
              <a:extLst>
                <a:ext uri="{FF2B5EF4-FFF2-40B4-BE49-F238E27FC236}">
                  <a16:creationId xmlns:a16="http://schemas.microsoft.com/office/drawing/2014/main" id="{07A434E8-B3EF-D671-8132-C73BAE3BA5C8}"/>
                </a:ext>
              </a:extLst>
            </p:cNvPr>
            <p:cNvSpPr/>
            <p:nvPr/>
          </p:nvSpPr>
          <p:spPr>
            <a:xfrm>
              <a:off x="133371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39" name="Rectangle 238">
              <a:extLst>
                <a:ext uri="{FF2B5EF4-FFF2-40B4-BE49-F238E27FC236}">
                  <a16:creationId xmlns:a16="http://schemas.microsoft.com/office/drawing/2014/main" id="{969EAFA2-12D4-5EAD-9574-6D2F74EF314A}"/>
                </a:ext>
              </a:extLst>
            </p:cNvPr>
            <p:cNvSpPr/>
            <p:nvPr/>
          </p:nvSpPr>
          <p:spPr>
            <a:xfrm>
              <a:off x="151213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grpSp>
        <p:nvGrpSpPr>
          <p:cNvPr id="241" name="Group 240">
            <a:extLst>
              <a:ext uri="{FF2B5EF4-FFF2-40B4-BE49-F238E27FC236}">
                <a16:creationId xmlns:a16="http://schemas.microsoft.com/office/drawing/2014/main" id="{97B05132-8340-7C42-448F-AAFAFCE5C79F}"/>
              </a:ext>
            </a:extLst>
          </p:cNvPr>
          <p:cNvGrpSpPr/>
          <p:nvPr/>
        </p:nvGrpSpPr>
        <p:grpSpPr>
          <a:xfrm rot="16200000">
            <a:off x="3857699" y="2166940"/>
            <a:ext cx="713680" cy="1216395"/>
            <a:chOff x="976879" y="1721249"/>
            <a:chExt cx="713680" cy="1216395"/>
          </a:xfrm>
        </p:grpSpPr>
        <p:sp>
          <p:nvSpPr>
            <p:cNvPr id="242" name="Rectangle 241">
              <a:extLst>
                <a:ext uri="{FF2B5EF4-FFF2-40B4-BE49-F238E27FC236}">
                  <a16:creationId xmlns:a16="http://schemas.microsoft.com/office/drawing/2014/main" id="{B666A40C-0B45-3253-7E49-4D042C151EEC}"/>
                </a:ext>
              </a:extLst>
            </p:cNvPr>
            <p:cNvSpPr/>
            <p:nvPr/>
          </p:nvSpPr>
          <p:spPr>
            <a:xfrm>
              <a:off x="97687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3" name="Rectangle 242">
              <a:extLst>
                <a:ext uri="{FF2B5EF4-FFF2-40B4-BE49-F238E27FC236}">
                  <a16:creationId xmlns:a16="http://schemas.microsoft.com/office/drawing/2014/main" id="{E3CC414D-5CE8-60B9-FC06-AC175C001DE2}"/>
                </a:ext>
              </a:extLst>
            </p:cNvPr>
            <p:cNvSpPr/>
            <p:nvPr/>
          </p:nvSpPr>
          <p:spPr>
            <a:xfrm>
              <a:off x="115529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4" name="Rectangle 243">
              <a:extLst>
                <a:ext uri="{FF2B5EF4-FFF2-40B4-BE49-F238E27FC236}">
                  <a16:creationId xmlns:a16="http://schemas.microsoft.com/office/drawing/2014/main" id="{A71B6AD8-2B5A-608D-9D73-9C90810219F4}"/>
                </a:ext>
              </a:extLst>
            </p:cNvPr>
            <p:cNvSpPr/>
            <p:nvPr/>
          </p:nvSpPr>
          <p:spPr>
            <a:xfrm>
              <a:off x="133371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5" name="Rectangle 244">
              <a:extLst>
                <a:ext uri="{FF2B5EF4-FFF2-40B4-BE49-F238E27FC236}">
                  <a16:creationId xmlns:a16="http://schemas.microsoft.com/office/drawing/2014/main" id="{D6495415-E96D-B1D8-2D6D-772462BFDCEB}"/>
                </a:ext>
              </a:extLst>
            </p:cNvPr>
            <p:cNvSpPr/>
            <p:nvPr/>
          </p:nvSpPr>
          <p:spPr>
            <a:xfrm>
              <a:off x="151213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6" name="Rectangle 245">
              <a:extLst>
                <a:ext uri="{FF2B5EF4-FFF2-40B4-BE49-F238E27FC236}">
                  <a16:creationId xmlns:a16="http://schemas.microsoft.com/office/drawing/2014/main" id="{E9158E4A-620E-BAFB-CDD2-EAC587C22FCA}"/>
                </a:ext>
              </a:extLst>
            </p:cNvPr>
            <p:cNvSpPr/>
            <p:nvPr/>
          </p:nvSpPr>
          <p:spPr>
            <a:xfrm>
              <a:off x="97687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7" name="Rectangle 246">
              <a:extLst>
                <a:ext uri="{FF2B5EF4-FFF2-40B4-BE49-F238E27FC236}">
                  <a16:creationId xmlns:a16="http://schemas.microsoft.com/office/drawing/2014/main" id="{72DFDBFA-01AA-30CA-078E-92EB9B650C81}"/>
                </a:ext>
              </a:extLst>
            </p:cNvPr>
            <p:cNvSpPr/>
            <p:nvPr/>
          </p:nvSpPr>
          <p:spPr>
            <a:xfrm>
              <a:off x="115529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8" name="Rectangle 247">
              <a:extLst>
                <a:ext uri="{FF2B5EF4-FFF2-40B4-BE49-F238E27FC236}">
                  <a16:creationId xmlns:a16="http://schemas.microsoft.com/office/drawing/2014/main" id="{1F5FAD62-E034-384F-F8B0-686475DEB368}"/>
                </a:ext>
              </a:extLst>
            </p:cNvPr>
            <p:cNvSpPr/>
            <p:nvPr/>
          </p:nvSpPr>
          <p:spPr>
            <a:xfrm>
              <a:off x="133371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49" name="Rectangle 248">
              <a:extLst>
                <a:ext uri="{FF2B5EF4-FFF2-40B4-BE49-F238E27FC236}">
                  <a16:creationId xmlns:a16="http://schemas.microsoft.com/office/drawing/2014/main" id="{39BF33C9-6612-692B-264F-CE9EE7035199}"/>
                </a:ext>
              </a:extLst>
            </p:cNvPr>
            <p:cNvSpPr/>
            <p:nvPr/>
          </p:nvSpPr>
          <p:spPr>
            <a:xfrm>
              <a:off x="151213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0" name="Rectangle 249">
              <a:extLst>
                <a:ext uri="{FF2B5EF4-FFF2-40B4-BE49-F238E27FC236}">
                  <a16:creationId xmlns:a16="http://schemas.microsoft.com/office/drawing/2014/main" id="{55B45D4C-8A24-C143-0175-2A11BE2AB27E}"/>
                </a:ext>
              </a:extLst>
            </p:cNvPr>
            <p:cNvSpPr/>
            <p:nvPr/>
          </p:nvSpPr>
          <p:spPr>
            <a:xfrm>
              <a:off x="97687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1" name="Rectangle 250">
              <a:extLst>
                <a:ext uri="{FF2B5EF4-FFF2-40B4-BE49-F238E27FC236}">
                  <a16:creationId xmlns:a16="http://schemas.microsoft.com/office/drawing/2014/main" id="{9F6AA237-F66C-2354-4CE3-E2551CB998B1}"/>
                </a:ext>
              </a:extLst>
            </p:cNvPr>
            <p:cNvSpPr/>
            <p:nvPr/>
          </p:nvSpPr>
          <p:spPr>
            <a:xfrm>
              <a:off x="115529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2" name="Rectangle 251">
              <a:extLst>
                <a:ext uri="{FF2B5EF4-FFF2-40B4-BE49-F238E27FC236}">
                  <a16:creationId xmlns:a16="http://schemas.microsoft.com/office/drawing/2014/main" id="{564E68B9-CF5C-425A-41CF-D033674B131A}"/>
                </a:ext>
              </a:extLst>
            </p:cNvPr>
            <p:cNvSpPr/>
            <p:nvPr/>
          </p:nvSpPr>
          <p:spPr>
            <a:xfrm>
              <a:off x="133371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3" name="Rectangle 252">
              <a:extLst>
                <a:ext uri="{FF2B5EF4-FFF2-40B4-BE49-F238E27FC236}">
                  <a16:creationId xmlns:a16="http://schemas.microsoft.com/office/drawing/2014/main" id="{9485C602-B80F-9022-B92B-098FE9C381EB}"/>
                </a:ext>
              </a:extLst>
            </p:cNvPr>
            <p:cNvSpPr/>
            <p:nvPr/>
          </p:nvSpPr>
          <p:spPr>
            <a:xfrm>
              <a:off x="151213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4" name="Rectangle 253">
              <a:extLst>
                <a:ext uri="{FF2B5EF4-FFF2-40B4-BE49-F238E27FC236}">
                  <a16:creationId xmlns:a16="http://schemas.microsoft.com/office/drawing/2014/main" id="{98B83835-EA41-3B07-D493-E8FE1B8581A9}"/>
                </a:ext>
              </a:extLst>
            </p:cNvPr>
            <p:cNvSpPr/>
            <p:nvPr/>
          </p:nvSpPr>
          <p:spPr>
            <a:xfrm>
              <a:off x="97687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5" name="Rectangle 254">
              <a:extLst>
                <a:ext uri="{FF2B5EF4-FFF2-40B4-BE49-F238E27FC236}">
                  <a16:creationId xmlns:a16="http://schemas.microsoft.com/office/drawing/2014/main" id="{06B9A5EC-4640-69BF-34A2-5D9D3CE8FE95}"/>
                </a:ext>
              </a:extLst>
            </p:cNvPr>
            <p:cNvSpPr/>
            <p:nvPr/>
          </p:nvSpPr>
          <p:spPr>
            <a:xfrm>
              <a:off x="115529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6" name="Rectangle 255">
              <a:extLst>
                <a:ext uri="{FF2B5EF4-FFF2-40B4-BE49-F238E27FC236}">
                  <a16:creationId xmlns:a16="http://schemas.microsoft.com/office/drawing/2014/main" id="{666D4B37-42A4-DC25-DAEA-B4D24E53C629}"/>
                </a:ext>
              </a:extLst>
            </p:cNvPr>
            <p:cNvSpPr/>
            <p:nvPr/>
          </p:nvSpPr>
          <p:spPr>
            <a:xfrm>
              <a:off x="133371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7" name="Rectangle 256">
              <a:extLst>
                <a:ext uri="{FF2B5EF4-FFF2-40B4-BE49-F238E27FC236}">
                  <a16:creationId xmlns:a16="http://schemas.microsoft.com/office/drawing/2014/main" id="{6B214A98-8BA4-316F-6B6F-8E9A77CEE486}"/>
                </a:ext>
              </a:extLst>
            </p:cNvPr>
            <p:cNvSpPr/>
            <p:nvPr/>
          </p:nvSpPr>
          <p:spPr>
            <a:xfrm>
              <a:off x="151213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8" name="Rectangle 257">
              <a:extLst>
                <a:ext uri="{FF2B5EF4-FFF2-40B4-BE49-F238E27FC236}">
                  <a16:creationId xmlns:a16="http://schemas.microsoft.com/office/drawing/2014/main" id="{B9D29FC7-21C0-1FDE-963F-92E3C0ABB11C}"/>
                </a:ext>
              </a:extLst>
            </p:cNvPr>
            <p:cNvSpPr/>
            <p:nvPr/>
          </p:nvSpPr>
          <p:spPr>
            <a:xfrm>
              <a:off x="97687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59" name="Rectangle 258">
              <a:extLst>
                <a:ext uri="{FF2B5EF4-FFF2-40B4-BE49-F238E27FC236}">
                  <a16:creationId xmlns:a16="http://schemas.microsoft.com/office/drawing/2014/main" id="{6DEB088B-E3B8-F3B5-3490-3B4DA8777216}"/>
                </a:ext>
              </a:extLst>
            </p:cNvPr>
            <p:cNvSpPr/>
            <p:nvPr/>
          </p:nvSpPr>
          <p:spPr>
            <a:xfrm>
              <a:off x="115529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0" name="Rectangle 259">
              <a:extLst>
                <a:ext uri="{FF2B5EF4-FFF2-40B4-BE49-F238E27FC236}">
                  <a16:creationId xmlns:a16="http://schemas.microsoft.com/office/drawing/2014/main" id="{0BA2B265-8777-36C9-5462-9999EB501F2B}"/>
                </a:ext>
              </a:extLst>
            </p:cNvPr>
            <p:cNvSpPr/>
            <p:nvPr/>
          </p:nvSpPr>
          <p:spPr>
            <a:xfrm>
              <a:off x="133371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1" name="Rectangle 260">
              <a:extLst>
                <a:ext uri="{FF2B5EF4-FFF2-40B4-BE49-F238E27FC236}">
                  <a16:creationId xmlns:a16="http://schemas.microsoft.com/office/drawing/2014/main" id="{C1611F3E-25E7-1B9D-7351-6EE174316654}"/>
                </a:ext>
              </a:extLst>
            </p:cNvPr>
            <p:cNvSpPr/>
            <p:nvPr/>
          </p:nvSpPr>
          <p:spPr>
            <a:xfrm>
              <a:off x="151213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2" name="Rectangle 261">
              <a:extLst>
                <a:ext uri="{FF2B5EF4-FFF2-40B4-BE49-F238E27FC236}">
                  <a16:creationId xmlns:a16="http://schemas.microsoft.com/office/drawing/2014/main" id="{E20DFFCB-2DDF-4169-3716-F4F93E731064}"/>
                </a:ext>
              </a:extLst>
            </p:cNvPr>
            <p:cNvSpPr/>
            <p:nvPr/>
          </p:nvSpPr>
          <p:spPr>
            <a:xfrm>
              <a:off x="97687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3" name="Rectangle 262">
              <a:extLst>
                <a:ext uri="{FF2B5EF4-FFF2-40B4-BE49-F238E27FC236}">
                  <a16:creationId xmlns:a16="http://schemas.microsoft.com/office/drawing/2014/main" id="{08D96C26-33A6-1211-2A76-68E68D86CBFA}"/>
                </a:ext>
              </a:extLst>
            </p:cNvPr>
            <p:cNvSpPr/>
            <p:nvPr/>
          </p:nvSpPr>
          <p:spPr>
            <a:xfrm>
              <a:off x="115529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4" name="Rectangle 263">
              <a:extLst>
                <a:ext uri="{FF2B5EF4-FFF2-40B4-BE49-F238E27FC236}">
                  <a16:creationId xmlns:a16="http://schemas.microsoft.com/office/drawing/2014/main" id="{E8AC136A-74E1-C3F6-A727-886D9BAB6C38}"/>
                </a:ext>
              </a:extLst>
            </p:cNvPr>
            <p:cNvSpPr/>
            <p:nvPr/>
          </p:nvSpPr>
          <p:spPr>
            <a:xfrm>
              <a:off x="133371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5" name="Rectangle 264">
              <a:extLst>
                <a:ext uri="{FF2B5EF4-FFF2-40B4-BE49-F238E27FC236}">
                  <a16:creationId xmlns:a16="http://schemas.microsoft.com/office/drawing/2014/main" id="{C1BE399A-F6EC-D254-71A4-E0B31316A0A5}"/>
                </a:ext>
              </a:extLst>
            </p:cNvPr>
            <p:cNvSpPr/>
            <p:nvPr/>
          </p:nvSpPr>
          <p:spPr>
            <a:xfrm>
              <a:off x="151213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6" name="Rectangle 265">
              <a:extLst>
                <a:ext uri="{FF2B5EF4-FFF2-40B4-BE49-F238E27FC236}">
                  <a16:creationId xmlns:a16="http://schemas.microsoft.com/office/drawing/2014/main" id="{22C42736-B7CE-E0FD-1D60-259E488D4E9C}"/>
                </a:ext>
              </a:extLst>
            </p:cNvPr>
            <p:cNvSpPr/>
            <p:nvPr/>
          </p:nvSpPr>
          <p:spPr>
            <a:xfrm>
              <a:off x="97687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7" name="Rectangle 266">
              <a:extLst>
                <a:ext uri="{FF2B5EF4-FFF2-40B4-BE49-F238E27FC236}">
                  <a16:creationId xmlns:a16="http://schemas.microsoft.com/office/drawing/2014/main" id="{FDCDC783-151F-2A94-3B17-CDEA0784702D}"/>
                </a:ext>
              </a:extLst>
            </p:cNvPr>
            <p:cNvSpPr/>
            <p:nvPr/>
          </p:nvSpPr>
          <p:spPr>
            <a:xfrm>
              <a:off x="115529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8" name="Rectangle 267">
              <a:extLst>
                <a:ext uri="{FF2B5EF4-FFF2-40B4-BE49-F238E27FC236}">
                  <a16:creationId xmlns:a16="http://schemas.microsoft.com/office/drawing/2014/main" id="{76FD827D-8E76-D39D-3F7A-E97F12694D3A}"/>
                </a:ext>
              </a:extLst>
            </p:cNvPr>
            <p:cNvSpPr/>
            <p:nvPr/>
          </p:nvSpPr>
          <p:spPr>
            <a:xfrm>
              <a:off x="133371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69" name="Rectangle 268">
              <a:extLst>
                <a:ext uri="{FF2B5EF4-FFF2-40B4-BE49-F238E27FC236}">
                  <a16:creationId xmlns:a16="http://schemas.microsoft.com/office/drawing/2014/main" id="{3B3C58EA-7876-7EB9-B38C-6C6CDBE694A1}"/>
                </a:ext>
              </a:extLst>
            </p:cNvPr>
            <p:cNvSpPr/>
            <p:nvPr/>
          </p:nvSpPr>
          <p:spPr>
            <a:xfrm>
              <a:off x="151213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sp>
        <p:nvSpPr>
          <p:cNvPr id="270" name="TextBox 269">
            <a:extLst>
              <a:ext uri="{FF2B5EF4-FFF2-40B4-BE49-F238E27FC236}">
                <a16:creationId xmlns:a16="http://schemas.microsoft.com/office/drawing/2014/main" id="{C5CB7E06-EFCF-EFF1-3610-AEB98C29A081}"/>
              </a:ext>
            </a:extLst>
          </p:cNvPr>
          <p:cNvSpPr txBox="1"/>
          <p:nvPr/>
        </p:nvSpPr>
        <p:spPr>
          <a:xfrm>
            <a:off x="3115274" y="2688781"/>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71" name="TextBox 270">
            <a:extLst>
              <a:ext uri="{FF2B5EF4-FFF2-40B4-BE49-F238E27FC236}">
                <a16:creationId xmlns:a16="http://schemas.microsoft.com/office/drawing/2014/main" id="{B485C12F-DD7E-4DD8-5BB1-6129F6ABBE65}"/>
              </a:ext>
            </a:extLst>
          </p:cNvPr>
          <p:cNvSpPr txBox="1"/>
          <p:nvPr/>
        </p:nvSpPr>
        <p:spPr>
          <a:xfrm>
            <a:off x="5028190" y="2688780"/>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grpSp>
        <p:nvGrpSpPr>
          <p:cNvPr id="330" name="Group 329">
            <a:extLst>
              <a:ext uri="{FF2B5EF4-FFF2-40B4-BE49-F238E27FC236}">
                <a16:creationId xmlns:a16="http://schemas.microsoft.com/office/drawing/2014/main" id="{D2E8BD6A-280A-3F38-D74B-7F4A7620DC89}"/>
              </a:ext>
            </a:extLst>
          </p:cNvPr>
          <p:cNvGrpSpPr/>
          <p:nvPr/>
        </p:nvGrpSpPr>
        <p:grpSpPr>
          <a:xfrm>
            <a:off x="5569958" y="2144115"/>
            <a:ext cx="1216395" cy="1247378"/>
            <a:chOff x="4344840" y="1692842"/>
            <a:chExt cx="1216395" cy="1247378"/>
          </a:xfrm>
        </p:grpSpPr>
        <p:sp>
          <p:nvSpPr>
            <p:cNvPr id="273" name="Rectangle 272">
              <a:extLst>
                <a:ext uri="{FF2B5EF4-FFF2-40B4-BE49-F238E27FC236}">
                  <a16:creationId xmlns:a16="http://schemas.microsoft.com/office/drawing/2014/main" id="{74998751-4A0E-7166-8BCA-B282CEB6EE3F}"/>
                </a:ext>
              </a:extLst>
            </p:cNvPr>
            <p:cNvSpPr/>
            <p:nvPr/>
          </p:nvSpPr>
          <p:spPr>
            <a:xfrm rot="16200000">
              <a:off x="4344840"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74" name="Rectangle 273">
              <a:extLst>
                <a:ext uri="{FF2B5EF4-FFF2-40B4-BE49-F238E27FC236}">
                  <a16:creationId xmlns:a16="http://schemas.microsoft.com/office/drawing/2014/main" id="{C73A0BC7-1F7F-DA3C-1ADF-6AAC612DBA3A}"/>
                </a:ext>
              </a:extLst>
            </p:cNvPr>
            <p:cNvSpPr/>
            <p:nvPr/>
          </p:nvSpPr>
          <p:spPr>
            <a:xfrm rot="16200000">
              <a:off x="4344840"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75" name="Rectangle 274">
              <a:extLst>
                <a:ext uri="{FF2B5EF4-FFF2-40B4-BE49-F238E27FC236}">
                  <a16:creationId xmlns:a16="http://schemas.microsoft.com/office/drawing/2014/main" id="{06CB5377-7755-3184-BE78-97CF4C45E097}"/>
                </a:ext>
              </a:extLst>
            </p:cNvPr>
            <p:cNvSpPr/>
            <p:nvPr/>
          </p:nvSpPr>
          <p:spPr>
            <a:xfrm rot="16200000">
              <a:off x="4344840" y="1871262"/>
              <a:ext cx="178420" cy="178420"/>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76" name="Rectangle 275">
              <a:extLst>
                <a:ext uri="{FF2B5EF4-FFF2-40B4-BE49-F238E27FC236}">
                  <a16:creationId xmlns:a16="http://schemas.microsoft.com/office/drawing/2014/main" id="{6D520BF8-7FBC-9723-3EAE-DDD8F6E7D40F}"/>
                </a:ext>
              </a:extLst>
            </p:cNvPr>
            <p:cNvSpPr/>
            <p:nvPr/>
          </p:nvSpPr>
          <p:spPr>
            <a:xfrm rot="16200000">
              <a:off x="4344840" y="1692842"/>
              <a:ext cx="178420" cy="178420"/>
            </a:xfrm>
            <a:prstGeom prst="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77" name="Rectangle 276">
              <a:extLst>
                <a:ext uri="{FF2B5EF4-FFF2-40B4-BE49-F238E27FC236}">
                  <a16:creationId xmlns:a16="http://schemas.microsoft.com/office/drawing/2014/main" id="{D81CB8CD-6442-E597-6AD5-9CCFE7403F6F}"/>
                </a:ext>
              </a:extLst>
            </p:cNvPr>
            <p:cNvSpPr/>
            <p:nvPr/>
          </p:nvSpPr>
          <p:spPr>
            <a:xfrm rot="16200000">
              <a:off x="4523260"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78" name="Rectangle 277">
              <a:extLst>
                <a:ext uri="{FF2B5EF4-FFF2-40B4-BE49-F238E27FC236}">
                  <a16:creationId xmlns:a16="http://schemas.microsoft.com/office/drawing/2014/main" id="{1F627887-C0AE-AE1A-4D0C-6D859A3F69F1}"/>
                </a:ext>
              </a:extLst>
            </p:cNvPr>
            <p:cNvSpPr/>
            <p:nvPr/>
          </p:nvSpPr>
          <p:spPr>
            <a:xfrm rot="16200000">
              <a:off x="4523260"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79" name="Rectangle 278">
              <a:extLst>
                <a:ext uri="{FF2B5EF4-FFF2-40B4-BE49-F238E27FC236}">
                  <a16:creationId xmlns:a16="http://schemas.microsoft.com/office/drawing/2014/main" id="{9F85DCB1-8993-FC5B-8D2F-359381C451D8}"/>
                </a:ext>
              </a:extLst>
            </p:cNvPr>
            <p:cNvSpPr/>
            <p:nvPr/>
          </p:nvSpPr>
          <p:spPr>
            <a:xfrm rot="16200000">
              <a:off x="4523260" y="1871262"/>
              <a:ext cx="178420" cy="178420"/>
            </a:xfrm>
            <a:prstGeom prst="rect">
              <a:avLst/>
            </a:prstGeom>
            <a:solidFill>
              <a:schemeClr val="tx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0" name="Rectangle 279">
              <a:extLst>
                <a:ext uri="{FF2B5EF4-FFF2-40B4-BE49-F238E27FC236}">
                  <a16:creationId xmlns:a16="http://schemas.microsoft.com/office/drawing/2014/main" id="{5DD7A04D-1B4F-270E-DB72-A54CCFF63C9B}"/>
                </a:ext>
              </a:extLst>
            </p:cNvPr>
            <p:cNvSpPr/>
            <p:nvPr/>
          </p:nvSpPr>
          <p:spPr>
            <a:xfrm rot="16200000">
              <a:off x="4523260" y="1692842"/>
              <a:ext cx="178420" cy="178420"/>
            </a:xfrm>
            <a:prstGeom prst="rect">
              <a:avLst/>
            </a:prstGeom>
            <a:solidFill>
              <a:schemeClr val="bg2">
                <a:lumMod val="9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1" name="Rectangle 280">
              <a:extLst>
                <a:ext uri="{FF2B5EF4-FFF2-40B4-BE49-F238E27FC236}">
                  <a16:creationId xmlns:a16="http://schemas.microsoft.com/office/drawing/2014/main" id="{435E4A91-B5EA-C4E4-77A2-CCA74E3067C6}"/>
                </a:ext>
              </a:extLst>
            </p:cNvPr>
            <p:cNvSpPr/>
            <p:nvPr/>
          </p:nvSpPr>
          <p:spPr>
            <a:xfrm rot="16200000">
              <a:off x="4701680"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2" name="Rectangle 281">
              <a:extLst>
                <a:ext uri="{FF2B5EF4-FFF2-40B4-BE49-F238E27FC236}">
                  <a16:creationId xmlns:a16="http://schemas.microsoft.com/office/drawing/2014/main" id="{B46BE619-23DC-D0B4-E505-43103FD0D032}"/>
                </a:ext>
              </a:extLst>
            </p:cNvPr>
            <p:cNvSpPr/>
            <p:nvPr/>
          </p:nvSpPr>
          <p:spPr>
            <a:xfrm rot="16200000">
              <a:off x="4701680"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3" name="Rectangle 282">
              <a:extLst>
                <a:ext uri="{FF2B5EF4-FFF2-40B4-BE49-F238E27FC236}">
                  <a16:creationId xmlns:a16="http://schemas.microsoft.com/office/drawing/2014/main" id="{4DA36B1A-6974-32E8-B391-8F7A8349DA26}"/>
                </a:ext>
              </a:extLst>
            </p:cNvPr>
            <p:cNvSpPr/>
            <p:nvPr/>
          </p:nvSpPr>
          <p:spPr>
            <a:xfrm rot="16200000">
              <a:off x="4701680" y="187126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4" name="Rectangle 283">
              <a:extLst>
                <a:ext uri="{FF2B5EF4-FFF2-40B4-BE49-F238E27FC236}">
                  <a16:creationId xmlns:a16="http://schemas.microsoft.com/office/drawing/2014/main" id="{005C793B-11E4-44EF-9337-CB5CEAEC1DC6}"/>
                </a:ext>
              </a:extLst>
            </p:cNvPr>
            <p:cNvSpPr/>
            <p:nvPr/>
          </p:nvSpPr>
          <p:spPr>
            <a:xfrm rot="16200000">
              <a:off x="4701680" y="169284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5" name="Rectangle 284">
              <a:extLst>
                <a:ext uri="{FF2B5EF4-FFF2-40B4-BE49-F238E27FC236}">
                  <a16:creationId xmlns:a16="http://schemas.microsoft.com/office/drawing/2014/main" id="{56ECC0F2-8D38-0629-088A-669056486722}"/>
                </a:ext>
              </a:extLst>
            </p:cNvPr>
            <p:cNvSpPr/>
            <p:nvPr/>
          </p:nvSpPr>
          <p:spPr>
            <a:xfrm rot="16200000">
              <a:off x="4880100"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6" name="Rectangle 285">
              <a:extLst>
                <a:ext uri="{FF2B5EF4-FFF2-40B4-BE49-F238E27FC236}">
                  <a16:creationId xmlns:a16="http://schemas.microsoft.com/office/drawing/2014/main" id="{C0A7BB14-EA49-5AA3-492E-93D1C9B7FA6E}"/>
                </a:ext>
              </a:extLst>
            </p:cNvPr>
            <p:cNvSpPr/>
            <p:nvPr/>
          </p:nvSpPr>
          <p:spPr>
            <a:xfrm rot="16200000">
              <a:off x="4880100"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7" name="Rectangle 286">
              <a:extLst>
                <a:ext uri="{FF2B5EF4-FFF2-40B4-BE49-F238E27FC236}">
                  <a16:creationId xmlns:a16="http://schemas.microsoft.com/office/drawing/2014/main" id="{1B27BE54-7A72-6C19-D3FC-70704C8882E9}"/>
                </a:ext>
              </a:extLst>
            </p:cNvPr>
            <p:cNvSpPr/>
            <p:nvPr/>
          </p:nvSpPr>
          <p:spPr>
            <a:xfrm rot="16200000">
              <a:off x="4880100" y="187126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8" name="Rectangle 287">
              <a:extLst>
                <a:ext uri="{FF2B5EF4-FFF2-40B4-BE49-F238E27FC236}">
                  <a16:creationId xmlns:a16="http://schemas.microsoft.com/office/drawing/2014/main" id="{EA3697E7-DB8E-9E00-1697-124E9B860A38}"/>
                </a:ext>
              </a:extLst>
            </p:cNvPr>
            <p:cNvSpPr/>
            <p:nvPr/>
          </p:nvSpPr>
          <p:spPr>
            <a:xfrm rot="16200000">
              <a:off x="4880100" y="169284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89" name="Rectangle 288">
              <a:extLst>
                <a:ext uri="{FF2B5EF4-FFF2-40B4-BE49-F238E27FC236}">
                  <a16:creationId xmlns:a16="http://schemas.microsoft.com/office/drawing/2014/main" id="{147BA495-0C5F-D012-15EE-F0A98EBFC022}"/>
                </a:ext>
              </a:extLst>
            </p:cNvPr>
            <p:cNvSpPr/>
            <p:nvPr/>
          </p:nvSpPr>
          <p:spPr>
            <a:xfrm rot="16200000">
              <a:off x="5025975"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0" name="Rectangle 289">
              <a:extLst>
                <a:ext uri="{FF2B5EF4-FFF2-40B4-BE49-F238E27FC236}">
                  <a16:creationId xmlns:a16="http://schemas.microsoft.com/office/drawing/2014/main" id="{35E60799-D384-5315-8D35-351D2CD06CB0}"/>
                </a:ext>
              </a:extLst>
            </p:cNvPr>
            <p:cNvSpPr/>
            <p:nvPr/>
          </p:nvSpPr>
          <p:spPr>
            <a:xfrm rot="16200000">
              <a:off x="5025975"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1" name="Rectangle 290">
              <a:extLst>
                <a:ext uri="{FF2B5EF4-FFF2-40B4-BE49-F238E27FC236}">
                  <a16:creationId xmlns:a16="http://schemas.microsoft.com/office/drawing/2014/main" id="{3582E114-CAE4-0881-9A35-B57189B7E9CF}"/>
                </a:ext>
              </a:extLst>
            </p:cNvPr>
            <p:cNvSpPr/>
            <p:nvPr/>
          </p:nvSpPr>
          <p:spPr>
            <a:xfrm rot="16200000">
              <a:off x="5025975" y="187126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2" name="Rectangle 291">
              <a:extLst>
                <a:ext uri="{FF2B5EF4-FFF2-40B4-BE49-F238E27FC236}">
                  <a16:creationId xmlns:a16="http://schemas.microsoft.com/office/drawing/2014/main" id="{62A64A91-7C67-EF1F-D0C0-1F372DD730C1}"/>
                </a:ext>
              </a:extLst>
            </p:cNvPr>
            <p:cNvSpPr/>
            <p:nvPr/>
          </p:nvSpPr>
          <p:spPr>
            <a:xfrm rot="16200000">
              <a:off x="5025975" y="169284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3" name="Rectangle 292">
              <a:extLst>
                <a:ext uri="{FF2B5EF4-FFF2-40B4-BE49-F238E27FC236}">
                  <a16:creationId xmlns:a16="http://schemas.microsoft.com/office/drawing/2014/main" id="{DB2A3C3C-023D-0CE6-FE70-6769D7102A1C}"/>
                </a:ext>
              </a:extLst>
            </p:cNvPr>
            <p:cNvSpPr/>
            <p:nvPr/>
          </p:nvSpPr>
          <p:spPr>
            <a:xfrm rot="16200000">
              <a:off x="5204395"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4" name="Rectangle 293">
              <a:extLst>
                <a:ext uri="{FF2B5EF4-FFF2-40B4-BE49-F238E27FC236}">
                  <a16:creationId xmlns:a16="http://schemas.microsoft.com/office/drawing/2014/main" id="{B1960C81-9316-5957-87B8-1F9ACA4F84F3}"/>
                </a:ext>
              </a:extLst>
            </p:cNvPr>
            <p:cNvSpPr/>
            <p:nvPr/>
          </p:nvSpPr>
          <p:spPr>
            <a:xfrm rot="16200000">
              <a:off x="5204395"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5" name="Rectangle 294">
              <a:extLst>
                <a:ext uri="{FF2B5EF4-FFF2-40B4-BE49-F238E27FC236}">
                  <a16:creationId xmlns:a16="http://schemas.microsoft.com/office/drawing/2014/main" id="{3D18171F-0572-0DAD-7ADF-E3797BA2A13E}"/>
                </a:ext>
              </a:extLst>
            </p:cNvPr>
            <p:cNvSpPr/>
            <p:nvPr/>
          </p:nvSpPr>
          <p:spPr>
            <a:xfrm rot="16200000">
              <a:off x="5204395" y="187126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6" name="Rectangle 295">
              <a:extLst>
                <a:ext uri="{FF2B5EF4-FFF2-40B4-BE49-F238E27FC236}">
                  <a16:creationId xmlns:a16="http://schemas.microsoft.com/office/drawing/2014/main" id="{1F1310D6-971E-B19A-7FDF-C7A561CC42A2}"/>
                </a:ext>
              </a:extLst>
            </p:cNvPr>
            <p:cNvSpPr/>
            <p:nvPr/>
          </p:nvSpPr>
          <p:spPr>
            <a:xfrm rot="16200000">
              <a:off x="5204395" y="169284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7" name="Rectangle 296">
              <a:extLst>
                <a:ext uri="{FF2B5EF4-FFF2-40B4-BE49-F238E27FC236}">
                  <a16:creationId xmlns:a16="http://schemas.microsoft.com/office/drawing/2014/main" id="{5208860E-0A2A-7CA6-F7B4-389493F56DE0}"/>
                </a:ext>
              </a:extLst>
            </p:cNvPr>
            <p:cNvSpPr/>
            <p:nvPr/>
          </p:nvSpPr>
          <p:spPr>
            <a:xfrm rot="16200000">
              <a:off x="5382815" y="222810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8" name="Rectangle 297">
              <a:extLst>
                <a:ext uri="{FF2B5EF4-FFF2-40B4-BE49-F238E27FC236}">
                  <a16:creationId xmlns:a16="http://schemas.microsoft.com/office/drawing/2014/main" id="{62A39053-662A-C3CA-736A-D9E3C0F2AC6E}"/>
                </a:ext>
              </a:extLst>
            </p:cNvPr>
            <p:cNvSpPr/>
            <p:nvPr/>
          </p:nvSpPr>
          <p:spPr>
            <a:xfrm rot="16200000">
              <a:off x="5382815" y="204968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299" name="Rectangle 298">
              <a:extLst>
                <a:ext uri="{FF2B5EF4-FFF2-40B4-BE49-F238E27FC236}">
                  <a16:creationId xmlns:a16="http://schemas.microsoft.com/office/drawing/2014/main" id="{2EE7B824-D786-553D-7B56-99FF2EA6B374}"/>
                </a:ext>
              </a:extLst>
            </p:cNvPr>
            <p:cNvSpPr/>
            <p:nvPr/>
          </p:nvSpPr>
          <p:spPr>
            <a:xfrm rot="16200000">
              <a:off x="5382815" y="187126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0" name="Rectangle 299">
              <a:extLst>
                <a:ext uri="{FF2B5EF4-FFF2-40B4-BE49-F238E27FC236}">
                  <a16:creationId xmlns:a16="http://schemas.microsoft.com/office/drawing/2014/main" id="{3B6C7FD1-EBFE-29EA-ECB4-25FCC706C9A5}"/>
                </a:ext>
              </a:extLst>
            </p:cNvPr>
            <p:cNvSpPr/>
            <p:nvPr/>
          </p:nvSpPr>
          <p:spPr>
            <a:xfrm rot="16200000">
              <a:off x="5382815" y="1692842"/>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3" name="Rectangle 302">
              <a:extLst>
                <a:ext uri="{FF2B5EF4-FFF2-40B4-BE49-F238E27FC236}">
                  <a16:creationId xmlns:a16="http://schemas.microsoft.com/office/drawing/2014/main" id="{5F9611F4-4004-21F0-86CE-384A51D37779}"/>
                </a:ext>
              </a:extLst>
            </p:cNvPr>
            <p:cNvSpPr/>
            <p:nvPr/>
          </p:nvSpPr>
          <p:spPr>
            <a:xfrm rot="16200000">
              <a:off x="4344840"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4" name="Rectangle 303">
              <a:extLst>
                <a:ext uri="{FF2B5EF4-FFF2-40B4-BE49-F238E27FC236}">
                  <a16:creationId xmlns:a16="http://schemas.microsoft.com/office/drawing/2014/main" id="{854C0BC7-F159-E96F-A92A-EFABF348DEC5}"/>
                </a:ext>
              </a:extLst>
            </p:cNvPr>
            <p:cNvSpPr/>
            <p:nvPr/>
          </p:nvSpPr>
          <p:spPr>
            <a:xfrm rot="16200000">
              <a:off x="4344840"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5" name="Rectangle 304">
              <a:extLst>
                <a:ext uri="{FF2B5EF4-FFF2-40B4-BE49-F238E27FC236}">
                  <a16:creationId xmlns:a16="http://schemas.microsoft.com/office/drawing/2014/main" id="{24913568-8E9B-A19E-A568-368827F60318}"/>
                </a:ext>
              </a:extLst>
            </p:cNvPr>
            <p:cNvSpPr/>
            <p:nvPr/>
          </p:nvSpPr>
          <p:spPr>
            <a:xfrm rot="16200000">
              <a:off x="4344840"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7" name="Rectangle 306">
              <a:extLst>
                <a:ext uri="{FF2B5EF4-FFF2-40B4-BE49-F238E27FC236}">
                  <a16:creationId xmlns:a16="http://schemas.microsoft.com/office/drawing/2014/main" id="{15C8CB53-DB56-3DC0-8105-E69C627E5639}"/>
                </a:ext>
              </a:extLst>
            </p:cNvPr>
            <p:cNvSpPr/>
            <p:nvPr/>
          </p:nvSpPr>
          <p:spPr>
            <a:xfrm rot="16200000">
              <a:off x="4523260"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8" name="Rectangle 307">
              <a:extLst>
                <a:ext uri="{FF2B5EF4-FFF2-40B4-BE49-F238E27FC236}">
                  <a16:creationId xmlns:a16="http://schemas.microsoft.com/office/drawing/2014/main" id="{AC4F6FEC-87CC-DFBA-E7D5-AFC892C4EA51}"/>
                </a:ext>
              </a:extLst>
            </p:cNvPr>
            <p:cNvSpPr/>
            <p:nvPr/>
          </p:nvSpPr>
          <p:spPr>
            <a:xfrm rot="16200000">
              <a:off x="4523260"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09" name="Rectangle 308">
              <a:extLst>
                <a:ext uri="{FF2B5EF4-FFF2-40B4-BE49-F238E27FC236}">
                  <a16:creationId xmlns:a16="http://schemas.microsoft.com/office/drawing/2014/main" id="{E72BD4C9-DDE3-B1D8-2B13-E8EEB0EEF698}"/>
                </a:ext>
              </a:extLst>
            </p:cNvPr>
            <p:cNvSpPr/>
            <p:nvPr/>
          </p:nvSpPr>
          <p:spPr>
            <a:xfrm rot="16200000">
              <a:off x="4523260"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1" name="Rectangle 310">
              <a:extLst>
                <a:ext uri="{FF2B5EF4-FFF2-40B4-BE49-F238E27FC236}">
                  <a16:creationId xmlns:a16="http://schemas.microsoft.com/office/drawing/2014/main" id="{5179C6CF-E781-F281-D5E5-89B67546DFB2}"/>
                </a:ext>
              </a:extLst>
            </p:cNvPr>
            <p:cNvSpPr/>
            <p:nvPr/>
          </p:nvSpPr>
          <p:spPr>
            <a:xfrm rot="16200000">
              <a:off x="4701680"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2" name="Rectangle 311">
              <a:extLst>
                <a:ext uri="{FF2B5EF4-FFF2-40B4-BE49-F238E27FC236}">
                  <a16:creationId xmlns:a16="http://schemas.microsoft.com/office/drawing/2014/main" id="{51845AA4-FA73-799C-D14C-8361F051A457}"/>
                </a:ext>
              </a:extLst>
            </p:cNvPr>
            <p:cNvSpPr/>
            <p:nvPr/>
          </p:nvSpPr>
          <p:spPr>
            <a:xfrm rot="16200000">
              <a:off x="4701680"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3" name="Rectangle 312">
              <a:extLst>
                <a:ext uri="{FF2B5EF4-FFF2-40B4-BE49-F238E27FC236}">
                  <a16:creationId xmlns:a16="http://schemas.microsoft.com/office/drawing/2014/main" id="{2E4EE5A2-5677-88CC-343B-4C1576534390}"/>
                </a:ext>
              </a:extLst>
            </p:cNvPr>
            <p:cNvSpPr/>
            <p:nvPr/>
          </p:nvSpPr>
          <p:spPr>
            <a:xfrm rot="16200000">
              <a:off x="4701680"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5" name="Rectangle 314">
              <a:extLst>
                <a:ext uri="{FF2B5EF4-FFF2-40B4-BE49-F238E27FC236}">
                  <a16:creationId xmlns:a16="http://schemas.microsoft.com/office/drawing/2014/main" id="{B8AD595F-5D0E-C7D0-A5D6-494386C008F4}"/>
                </a:ext>
              </a:extLst>
            </p:cNvPr>
            <p:cNvSpPr/>
            <p:nvPr/>
          </p:nvSpPr>
          <p:spPr>
            <a:xfrm rot="16200000">
              <a:off x="4880100"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6" name="Rectangle 315">
              <a:extLst>
                <a:ext uri="{FF2B5EF4-FFF2-40B4-BE49-F238E27FC236}">
                  <a16:creationId xmlns:a16="http://schemas.microsoft.com/office/drawing/2014/main" id="{EBD13A8A-7C41-9CCD-8484-1B0D3D5055F2}"/>
                </a:ext>
              </a:extLst>
            </p:cNvPr>
            <p:cNvSpPr/>
            <p:nvPr/>
          </p:nvSpPr>
          <p:spPr>
            <a:xfrm rot="16200000">
              <a:off x="4880100"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7" name="Rectangle 316">
              <a:extLst>
                <a:ext uri="{FF2B5EF4-FFF2-40B4-BE49-F238E27FC236}">
                  <a16:creationId xmlns:a16="http://schemas.microsoft.com/office/drawing/2014/main" id="{C905D9C9-8F8D-B303-3335-D38125F6E2D6}"/>
                </a:ext>
              </a:extLst>
            </p:cNvPr>
            <p:cNvSpPr/>
            <p:nvPr/>
          </p:nvSpPr>
          <p:spPr>
            <a:xfrm rot="16200000">
              <a:off x="4880100"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19" name="Rectangle 318">
              <a:extLst>
                <a:ext uri="{FF2B5EF4-FFF2-40B4-BE49-F238E27FC236}">
                  <a16:creationId xmlns:a16="http://schemas.microsoft.com/office/drawing/2014/main" id="{5574FF74-D21E-BEBF-3FE5-58AAE0A8CD8D}"/>
                </a:ext>
              </a:extLst>
            </p:cNvPr>
            <p:cNvSpPr/>
            <p:nvPr/>
          </p:nvSpPr>
          <p:spPr>
            <a:xfrm rot="16200000">
              <a:off x="5025975"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0" name="Rectangle 319">
              <a:extLst>
                <a:ext uri="{FF2B5EF4-FFF2-40B4-BE49-F238E27FC236}">
                  <a16:creationId xmlns:a16="http://schemas.microsoft.com/office/drawing/2014/main" id="{7CD4C859-E546-8320-976F-C26157D7FB1D}"/>
                </a:ext>
              </a:extLst>
            </p:cNvPr>
            <p:cNvSpPr/>
            <p:nvPr/>
          </p:nvSpPr>
          <p:spPr>
            <a:xfrm rot="16200000">
              <a:off x="5025975"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1" name="Rectangle 320">
              <a:extLst>
                <a:ext uri="{FF2B5EF4-FFF2-40B4-BE49-F238E27FC236}">
                  <a16:creationId xmlns:a16="http://schemas.microsoft.com/office/drawing/2014/main" id="{E9FBDE40-3B41-E575-5367-0B490490B9C2}"/>
                </a:ext>
              </a:extLst>
            </p:cNvPr>
            <p:cNvSpPr/>
            <p:nvPr/>
          </p:nvSpPr>
          <p:spPr>
            <a:xfrm rot="16200000">
              <a:off x="5025975"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3" name="Rectangle 322">
              <a:extLst>
                <a:ext uri="{FF2B5EF4-FFF2-40B4-BE49-F238E27FC236}">
                  <a16:creationId xmlns:a16="http://schemas.microsoft.com/office/drawing/2014/main" id="{6618B8EC-9051-12EA-E521-B6457C0BEF6C}"/>
                </a:ext>
              </a:extLst>
            </p:cNvPr>
            <p:cNvSpPr/>
            <p:nvPr/>
          </p:nvSpPr>
          <p:spPr>
            <a:xfrm rot="16200000">
              <a:off x="5204395"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4" name="Rectangle 323">
              <a:extLst>
                <a:ext uri="{FF2B5EF4-FFF2-40B4-BE49-F238E27FC236}">
                  <a16:creationId xmlns:a16="http://schemas.microsoft.com/office/drawing/2014/main" id="{7EFC2157-CD54-F786-C497-BDDDD75C2D10}"/>
                </a:ext>
              </a:extLst>
            </p:cNvPr>
            <p:cNvSpPr/>
            <p:nvPr/>
          </p:nvSpPr>
          <p:spPr>
            <a:xfrm rot="16200000">
              <a:off x="5204395"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5" name="Rectangle 324">
              <a:extLst>
                <a:ext uri="{FF2B5EF4-FFF2-40B4-BE49-F238E27FC236}">
                  <a16:creationId xmlns:a16="http://schemas.microsoft.com/office/drawing/2014/main" id="{88320EFA-D02E-DE0B-F963-93D92EDEB406}"/>
                </a:ext>
              </a:extLst>
            </p:cNvPr>
            <p:cNvSpPr/>
            <p:nvPr/>
          </p:nvSpPr>
          <p:spPr>
            <a:xfrm rot="16200000">
              <a:off x="5204395"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7" name="Rectangle 326">
              <a:extLst>
                <a:ext uri="{FF2B5EF4-FFF2-40B4-BE49-F238E27FC236}">
                  <a16:creationId xmlns:a16="http://schemas.microsoft.com/office/drawing/2014/main" id="{659D82E0-072E-77F2-4ABB-A2FD7A8B79CA}"/>
                </a:ext>
              </a:extLst>
            </p:cNvPr>
            <p:cNvSpPr/>
            <p:nvPr/>
          </p:nvSpPr>
          <p:spPr>
            <a:xfrm rot="16200000">
              <a:off x="5382815" y="276180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8" name="Rectangle 327">
              <a:extLst>
                <a:ext uri="{FF2B5EF4-FFF2-40B4-BE49-F238E27FC236}">
                  <a16:creationId xmlns:a16="http://schemas.microsoft.com/office/drawing/2014/main" id="{04CDB97D-4635-74DD-469F-D079EC219CEC}"/>
                </a:ext>
              </a:extLst>
            </p:cNvPr>
            <p:cNvSpPr/>
            <p:nvPr/>
          </p:nvSpPr>
          <p:spPr>
            <a:xfrm rot="16200000">
              <a:off x="5382815" y="258338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29" name="Rectangle 328">
              <a:extLst>
                <a:ext uri="{FF2B5EF4-FFF2-40B4-BE49-F238E27FC236}">
                  <a16:creationId xmlns:a16="http://schemas.microsoft.com/office/drawing/2014/main" id="{68885D36-B979-831D-2396-7AC2CACC5D7B}"/>
                </a:ext>
              </a:extLst>
            </p:cNvPr>
            <p:cNvSpPr/>
            <p:nvPr/>
          </p:nvSpPr>
          <p:spPr>
            <a:xfrm rot="16200000">
              <a:off x="5382815" y="2404960"/>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grpSp>
        <p:nvGrpSpPr>
          <p:cNvPr id="331" name="Group 330">
            <a:extLst>
              <a:ext uri="{FF2B5EF4-FFF2-40B4-BE49-F238E27FC236}">
                <a16:creationId xmlns:a16="http://schemas.microsoft.com/office/drawing/2014/main" id="{900B8B67-8CB0-73D2-3EF9-ED0C699098D1}"/>
              </a:ext>
            </a:extLst>
          </p:cNvPr>
          <p:cNvGrpSpPr/>
          <p:nvPr/>
        </p:nvGrpSpPr>
        <p:grpSpPr>
          <a:xfrm>
            <a:off x="7980552" y="2203692"/>
            <a:ext cx="713680" cy="1216395"/>
            <a:chOff x="976879" y="1721249"/>
            <a:chExt cx="713680" cy="1216395"/>
          </a:xfrm>
        </p:grpSpPr>
        <p:sp>
          <p:nvSpPr>
            <p:cNvPr id="332" name="Rectangle 331">
              <a:extLst>
                <a:ext uri="{FF2B5EF4-FFF2-40B4-BE49-F238E27FC236}">
                  <a16:creationId xmlns:a16="http://schemas.microsoft.com/office/drawing/2014/main" id="{483693D7-D410-048D-8BAA-621FD1836D3A}"/>
                </a:ext>
              </a:extLst>
            </p:cNvPr>
            <p:cNvSpPr/>
            <p:nvPr/>
          </p:nvSpPr>
          <p:spPr>
            <a:xfrm>
              <a:off x="97687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3" name="Rectangle 332">
              <a:extLst>
                <a:ext uri="{FF2B5EF4-FFF2-40B4-BE49-F238E27FC236}">
                  <a16:creationId xmlns:a16="http://schemas.microsoft.com/office/drawing/2014/main" id="{A1E0269C-0713-4B83-AD4F-58FFFA3D3166}"/>
                </a:ext>
              </a:extLst>
            </p:cNvPr>
            <p:cNvSpPr/>
            <p:nvPr/>
          </p:nvSpPr>
          <p:spPr>
            <a:xfrm>
              <a:off x="115529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4" name="Rectangle 333">
              <a:extLst>
                <a:ext uri="{FF2B5EF4-FFF2-40B4-BE49-F238E27FC236}">
                  <a16:creationId xmlns:a16="http://schemas.microsoft.com/office/drawing/2014/main" id="{EDA49D92-415E-9572-C64B-E379D3FDDEDE}"/>
                </a:ext>
              </a:extLst>
            </p:cNvPr>
            <p:cNvSpPr/>
            <p:nvPr/>
          </p:nvSpPr>
          <p:spPr>
            <a:xfrm>
              <a:off x="133371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5" name="Rectangle 334">
              <a:extLst>
                <a:ext uri="{FF2B5EF4-FFF2-40B4-BE49-F238E27FC236}">
                  <a16:creationId xmlns:a16="http://schemas.microsoft.com/office/drawing/2014/main" id="{095CBC24-3A94-9A29-6C3D-DBB52C965264}"/>
                </a:ext>
              </a:extLst>
            </p:cNvPr>
            <p:cNvSpPr/>
            <p:nvPr/>
          </p:nvSpPr>
          <p:spPr>
            <a:xfrm>
              <a:off x="1512139" y="1721249"/>
              <a:ext cx="178420" cy="17842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6" name="Rectangle 335">
              <a:extLst>
                <a:ext uri="{FF2B5EF4-FFF2-40B4-BE49-F238E27FC236}">
                  <a16:creationId xmlns:a16="http://schemas.microsoft.com/office/drawing/2014/main" id="{BA4116C6-5557-12F7-6980-BAE75DE36333}"/>
                </a:ext>
              </a:extLst>
            </p:cNvPr>
            <p:cNvSpPr/>
            <p:nvPr/>
          </p:nvSpPr>
          <p:spPr>
            <a:xfrm>
              <a:off x="97687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7" name="Rectangle 336">
              <a:extLst>
                <a:ext uri="{FF2B5EF4-FFF2-40B4-BE49-F238E27FC236}">
                  <a16:creationId xmlns:a16="http://schemas.microsoft.com/office/drawing/2014/main" id="{DBF03433-6526-FA65-931D-B250050B6431}"/>
                </a:ext>
              </a:extLst>
            </p:cNvPr>
            <p:cNvSpPr/>
            <p:nvPr/>
          </p:nvSpPr>
          <p:spPr>
            <a:xfrm>
              <a:off x="115529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8" name="Rectangle 337">
              <a:extLst>
                <a:ext uri="{FF2B5EF4-FFF2-40B4-BE49-F238E27FC236}">
                  <a16:creationId xmlns:a16="http://schemas.microsoft.com/office/drawing/2014/main" id="{CAFA63BD-CFB6-F1A6-837A-42B9F84A8343}"/>
                </a:ext>
              </a:extLst>
            </p:cNvPr>
            <p:cNvSpPr/>
            <p:nvPr/>
          </p:nvSpPr>
          <p:spPr>
            <a:xfrm>
              <a:off x="133371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39" name="Rectangle 338">
              <a:extLst>
                <a:ext uri="{FF2B5EF4-FFF2-40B4-BE49-F238E27FC236}">
                  <a16:creationId xmlns:a16="http://schemas.microsoft.com/office/drawing/2014/main" id="{9ADA4970-FF36-0AC3-5910-E6E490229EBB}"/>
                </a:ext>
              </a:extLst>
            </p:cNvPr>
            <p:cNvSpPr/>
            <p:nvPr/>
          </p:nvSpPr>
          <p:spPr>
            <a:xfrm>
              <a:off x="1512139" y="1899669"/>
              <a:ext cx="178420" cy="178420"/>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0" name="Rectangle 339">
              <a:extLst>
                <a:ext uri="{FF2B5EF4-FFF2-40B4-BE49-F238E27FC236}">
                  <a16:creationId xmlns:a16="http://schemas.microsoft.com/office/drawing/2014/main" id="{D9AF09A6-F041-A755-C3ED-70F8CA6E0E48}"/>
                </a:ext>
              </a:extLst>
            </p:cNvPr>
            <p:cNvSpPr/>
            <p:nvPr/>
          </p:nvSpPr>
          <p:spPr>
            <a:xfrm>
              <a:off x="97687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1" name="Rectangle 340">
              <a:extLst>
                <a:ext uri="{FF2B5EF4-FFF2-40B4-BE49-F238E27FC236}">
                  <a16:creationId xmlns:a16="http://schemas.microsoft.com/office/drawing/2014/main" id="{AEB12033-AE51-BC31-5466-4853878B65C4}"/>
                </a:ext>
              </a:extLst>
            </p:cNvPr>
            <p:cNvSpPr/>
            <p:nvPr/>
          </p:nvSpPr>
          <p:spPr>
            <a:xfrm>
              <a:off x="115529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2" name="Rectangle 341">
              <a:extLst>
                <a:ext uri="{FF2B5EF4-FFF2-40B4-BE49-F238E27FC236}">
                  <a16:creationId xmlns:a16="http://schemas.microsoft.com/office/drawing/2014/main" id="{51B8021F-3B4D-6774-A0F3-82D2F43CA94A}"/>
                </a:ext>
              </a:extLst>
            </p:cNvPr>
            <p:cNvSpPr/>
            <p:nvPr/>
          </p:nvSpPr>
          <p:spPr>
            <a:xfrm>
              <a:off x="133371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3" name="Rectangle 342">
              <a:extLst>
                <a:ext uri="{FF2B5EF4-FFF2-40B4-BE49-F238E27FC236}">
                  <a16:creationId xmlns:a16="http://schemas.microsoft.com/office/drawing/2014/main" id="{67A5E68F-AA20-F2F7-4971-08CF11786343}"/>
                </a:ext>
              </a:extLst>
            </p:cNvPr>
            <p:cNvSpPr/>
            <p:nvPr/>
          </p:nvSpPr>
          <p:spPr>
            <a:xfrm>
              <a:off x="1512139" y="207808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4" name="Rectangle 343">
              <a:extLst>
                <a:ext uri="{FF2B5EF4-FFF2-40B4-BE49-F238E27FC236}">
                  <a16:creationId xmlns:a16="http://schemas.microsoft.com/office/drawing/2014/main" id="{C8D1D1AD-091E-E159-C0D7-64441BEA57DD}"/>
                </a:ext>
              </a:extLst>
            </p:cNvPr>
            <p:cNvSpPr/>
            <p:nvPr/>
          </p:nvSpPr>
          <p:spPr>
            <a:xfrm>
              <a:off x="97687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5" name="Rectangle 344">
              <a:extLst>
                <a:ext uri="{FF2B5EF4-FFF2-40B4-BE49-F238E27FC236}">
                  <a16:creationId xmlns:a16="http://schemas.microsoft.com/office/drawing/2014/main" id="{EC7322AC-915E-62E4-B667-7FBFA70157E1}"/>
                </a:ext>
              </a:extLst>
            </p:cNvPr>
            <p:cNvSpPr/>
            <p:nvPr/>
          </p:nvSpPr>
          <p:spPr>
            <a:xfrm>
              <a:off x="115529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6" name="Rectangle 345">
              <a:extLst>
                <a:ext uri="{FF2B5EF4-FFF2-40B4-BE49-F238E27FC236}">
                  <a16:creationId xmlns:a16="http://schemas.microsoft.com/office/drawing/2014/main" id="{FA041CA5-CDED-87B6-88A6-159442C0C030}"/>
                </a:ext>
              </a:extLst>
            </p:cNvPr>
            <p:cNvSpPr/>
            <p:nvPr/>
          </p:nvSpPr>
          <p:spPr>
            <a:xfrm>
              <a:off x="133371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7" name="Rectangle 346">
              <a:extLst>
                <a:ext uri="{FF2B5EF4-FFF2-40B4-BE49-F238E27FC236}">
                  <a16:creationId xmlns:a16="http://schemas.microsoft.com/office/drawing/2014/main" id="{C7DE70B7-E959-EB1C-E2E6-CD32F8CD1ED0}"/>
                </a:ext>
              </a:extLst>
            </p:cNvPr>
            <p:cNvSpPr/>
            <p:nvPr/>
          </p:nvSpPr>
          <p:spPr>
            <a:xfrm>
              <a:off x="1512139" y="2256509"/>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8" name="Rectangle 347">
              <a:extLst>
                <a:ext uri="{FF2B5EF4-FFF2-40B4-BE49-F238E27FC236}">
                  <a16:creationId xmlns:a16="http://schemas.microsoft.com/office/drawing/2014/main" id="{CDF00864-66EE-A7CC-EF11-59EB68623641}"/>
                </a:ext>
              </a:extLst>
            </p:cNvPr>
            <p:cNvSpPr/>
            <p:nvPr/>
          </p:nvSpPr>
          <p:spPr>
            <a:xfrm>
              <a:off x="97687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49" name="Rectangle 348">
              <a:extLst>
                <a:ext uri="{FF2B5EF4-FFF2-40B4-BE49-F238E27FC236}">
                  <a16:creationId xmlns:a16="http://schemas.microsoft.com/office/drawing/2014/main" id="{8DAD124F-4DA5-3077-AA8B-C333F293BF73}"/>
                </a:ext>
              </a:extLst>
            </p:cNvPr>
            <p:cNvSpPr/>
            <p:nvPr/>
          </p:nvSpPr>
          <p:spPr>
            <a:xfrm>
              <a:off x="115529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0" name="Rectangle 349">
              <a:extLst>
                <a:ext uri="{FF2B5EF4-FFF2-40B4-BE49-F238E27FC236}">
                  <a16:creationId xmlns:a16="http://schemas.microsoft.com/office/drawing/2014/main" id="{FF8926F4-6330-E573-1C88-C63E3225A850}"/>
                </a:ext>
              </a:extLst>
            </p:cNvPr>
            <p:cNvSpPr/>
            <p:nvPr/>
          </p:nvSpPr>
          <p:spPr>
            <a:xfrm>
              <a:off x="133371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1" name="Rectangle 350">
              <a:extLst>
                <a:ext uri="{FF2B5EF4-FFF2-40B4-BE49-F238E27FC236}">
                  <a16:creationId xmlns:a16="http://schemas.microsoft.com/office/drawing/2014/main" id="{9B3EA3F3-BF6F-3D15-0A27-7BC7C2F51EFD}"/>
                </a:ext>
              </a:extLst>
            </p:cNvPr>
            <p:cNvSpPr/>
            <p:nvPr/>
          </p:nvSpPr>
          <p:spPr>
            <a:xfrm>
              <a:off x="1512139" y="240238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2" name="Rectangle 351">
              <a:extLst>
                <a:ext uri="{FF2B5EF4-FFF2-40B4-BE49-F238E27FC236}">
                  <a16:creationId xmlns:a16="http://schemas.microsoft.com/office/drawing/2014/main" id="{59968D5E-27F5-5BA4-0B76-61EA0D690EC1}"/>
                </a:ext>
              </a:extLst>
            </p:cNvPr>
            <p:cNvSpPr/>
            <p:nvPr/>
          </p:nvSpPr>
          <p:spPr>
            <a:xfrm>
              <a:off x="97687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3" name="Rectangle 352">
              <a:extLst>
                <a:ext uri="{FF2B5EF4-FFF2-40B4-BE49-F238E27FC236}">
                  <a16:creationId xmlns:a16="http://schemas.microsoft.com/office/drawing/2014/main" id="{C775D0D9-86BE-8264-7B86-88FC65AD2B38}"/>
                </a:ext>
              </a:extLst>
            </p:cNvPr>
            <p:cNvSpPr/>
            <p:nvPr/>
          </p:nvSpPr>
          <p:spPr>
            <a:xfrm>
              <a:off x="115529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4" name="Rectangle 353">
              <a:extLst>
                <a:ext uri="{FF2B5EF4-FFF2-40B4-BE49-F238E27FC236}">
                  <a16:creationId xmlns:a16="http://schemas.microsoft.com/office/drawing/2014/main" id="{E92A1D86-7BC4-CE2F-2996-E283290754BF}"/>
                </a:ext>
              </a:extLst>
            </p:cNvPr>
            <p:cNvSpPr/>
            <p:nvPr/>
          </p:nvSpPr>
          <p:spPr>
            <a:xfrm>
              <a:off x="133371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5" name="Rectangle 354">
              <a:extLst>
                <a:ext uri="{FF2B5EF4-FFF2-40B4-BE49-F238E27FC236}">
                  <a16:creationId xmlns:a16="http://schemas.microsoft.com/office/drawing/2014/main" id="{41627F7E-0370-0FB2-FEFC-8313518715B6}"/>
                </a:ext>
              </a:extLst>
            </p:cNvPr>
            <p:cNvSpPr/>
            <p:nvPr/>
          </p:nvSpPr>
          <p:spPr>
            <a:xfrm>
              <a:off x="1512139" y="258080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6" name="Rectangle 355">
              <a:extLst>
                <a:ext uri="{FF2B5EF4-FFF2-40B4-BE49-F238E27FC236}">
                  <a16:creationId xmlns:a16="http://schemas.microsoft.com/office/drawing/2014/main" id="{E7A49C18-14DD-3235-FA97-2A03E181BD2D}"/>
                </a:ext>
              </a:extLst>
            </p:cNvPr>
            <p:cNvSpPr/>
            <p:nvPr/>
          </p:nvSpPr>
          <p:spPr>
            <a:xfrm>
              <a:off x="97687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7" name="Rectangle 356">
              <a:extLst>
                <a:ext uri="{FF2B5EF4-FFF2-40B4-BE49-F238E27FC236}">
                  <a16:creationId xmlns:a16="http://schemas.microsoft.com/office/drawing/2014/main" id="{BE5B2C22-D3B2-A922-5DB5-6072B16BB5F3}"/>
                </a:ext>
              </a:extLst>
            </p:cNvPr>
            <p:cNvSpPr/>
            <p:nvPr/>
          </p:nvSpPr>
          <p:spPr>
            <a:xfrm>
              <a:off x="115529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8" name="Rectangle 357">
              <a:extLst>
                <a:ext uri="{FF2B5EF4-FFF2-40B4-BE49-F238E27FC236}">
                  <a16:creationId xmlns:a16="http://schemas.microsoft.com/office/drawing/2014/main" id="{508708D2-2F0C-0C5C-4B0F-7545C3B9DB2E}"/>
                </a:ext>
              </a:extLst>
            </p:cNvPr>
            <p:cNvSpPr/>
            <p:nvPr/>
          </p:nvSpPr>
          <p:spPr>
            <a:xfrm>
              <a:off x="133371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sp>
          <p:nvSpPr>
            <p:cNvPr id="359" name="Rectangle 358">
              <a:extLst>
                <a:ext uri="{FF2B5EF4-FFF2-40B4-BE49-F238E27FC236}">
                  <a16:creationId xmlns:a16="http://schemas.microsoft.com/office/drawing/2014/main" id="{5134EA5C-3274-9258-3915-BB4924415E8A}"/>
                </a:ext>
              </a:extLst>
            </p:cNvPr>
            <p:cNvSpPr/>
            <p:nvPr/>
          </p:nvSpPr>
          <p:spPr>
            <a:xfrm>
              <a:off x="1512139" y="2759224"/>
              <a:ext cx="178420" cy="1784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CN"/>
            </a:p>
          </p:txBody>
        </p:sp>
      </p:grpSp>
      <p:sp>
        <p:nvSpPr>
          <p:cNvPr id="360" name="TextBox 359">
            <a:extLst>
              <a:ext uri="{FF2B5EF4-FFF2-40B4-BE49-F238E27FC236}">
                <a16:creationId xmlns:a16="http://schemas.microsoft.com/office/drawing/2014/main" id="{11BEAC77-5D8B-D24D-1960-8F0F06EC00ED}"/>
              </a:ext>
            </a:extLst>
          </p:cNvPr>
          <p:cNvSpPr txBox="1"/>
          <p:nvPr/>
        </p:nvSpPr>
        <p:spPr>
          <a:xfrm>
            <a:off x="7182726" y="2688779"/>
            <a:ext cx="300082" cy="246221"/>
          </a:xfrm>
          <a:prstGeom prst="rect">
            <a:avLst/>
          </a:prstGeom>
          <a:noFill/>
        </p:spPr>
        <p:txBody>
          <a:bodyPr wrap="squar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361" name="TextBox 360">
            <a:extLst>
              <a:ext uri="{FF2B5EF4-FFF2-40B4-BE49-F238E27FC236}">
                <a16:creationId xmlns:a16="http://schemas.microsoft.com/office/drawing/2014/main" id="{3A484BB5-2963-84D5-DD3C-FEA7E8F36020}"/>
              </a:ext>
            </a:extLst>
          </p:cNvPr>
          <p:cNvSpPr txBox="1"/>
          <p:nvPr/>
        </p:nvSpPr>
        <p:spPr>
          <a:xfrm>
            <a:off x="2300185" y="1724994"/>
            <a:ext cx="391454" cy="461665"/>
          </a:xfrm>
          <a:prstGeom prst="rect">
            <a:avLst/>
          </a:prstGeom>
          <a:noFill/>
        </p:spPr>
        <p:txBody>
          <a:bodyPr wrap="none" rtlCol="0">
            <a:spAutoFit/>
          </a:bodyPr>
          <a:lstStyle/>
          <a:p>
            <a:pPr algn="l"/>
            <a:r>
              <a:rPr lang="en-US" altLang="zh-CN" sz="2400" dirty="0">
                <a:latin typeface="HSE Sans" panose="02000000000000000000" pitchFamily="2" charset="0"/>
              </a:rPr>
              <a:t>Q</a:t>
            </a:r>
            <a:endParaRPr lang="en-CN" sz="2400" dirty="0">
              <a:latin typeface="HSE Sans" panose="02000000000000000000" pitchFamily="2" charset="0"/>
            </a:endParaRPr>
          </a:p>
        </p:txBody>
      </p:sp>
      <p:sp>
        <p:nvSpPr>
          <p:cNvPr id="362" name="TextBox 361">
            <a:extLst>
              <a:ext uri="{FF2B5EF4-FFF2-40B4-BE49-F238E27FC236}">
                <a16:creationId xmlns:a16="http://schemas.microsoft.com/office/drawing/2014/main" id="{686C0E06-8EBE-6079-8051-D1E956711C2F}"/>
              </a:ext>
            </a:extLst>
          </p:cNvPr>
          <p:cNvSpPr txBox="1"/>
          <p:nvPr/>
        </p:nvSpPr>
        <p:spPr>
          <a:xfrm>
            <a:off x="3997300" y="1955826"/>
            <a:ext cx="344966" cy="461665"/>
          </a:xfrm>
          <a:prstGeom prst="rect">
            <a:avLst/>
          </a:prstGeom>
          <a:noFill/>
        </p:spPr>
        <p:txBody>
          <a:bodyPr wrap="none" rtlCol="0">
            <a:spAutoFit/>
          </a:bodyPr>
          <a:lstStyle/>
          <a:p>
            <a:pPr algn="l"/>
            <a:r>
              <a:rPr lang="en-US" altLang="zh-CN" sz="2400" dirty="0">
                <a:latin typeface="HSE Sans" panose="02000000000000000000" pitchFamily="2" charset="0"/>
              </a:rPr>
              <a:t>K</a:t>
            </a:r>
            <a:endParaRPr lang="en-CN" sz="2400" dirty="0">
              <a:latin typeface="HSE Sans" panose="02000000000000000000" pitchFamily="2" charset="0"/>
            </a:endParaRPr>
          </a:p>
        </p:txBody>
      </p:sp>
      <p:sp>
        <p:nvSpPr>
          <p:cNvPr id="363" name="TextBox 362">
            <a:extLst>
              <a:ext uri="{FF2B5EF4-FFF2-40B4-BE49-F238E27FC236}">
                <a16:creationId xmlns:a16="http://schemas.microsoft.com/office/drawing/2014/main" id="{3AF2DC10-6ABC-1ECA-C7B8-F98E89698D1B}"/>
              </a:ext>
            </a:extLst>
          </p:cNvPr>
          <p:cNvSpPr txBox="1"/>
          <p:nvPr/>
        </p:nvSpPr>
        <p:spPr>
          <a:xfrm>
            <a:off x="8164909" y="1766997"/>
            <a:ext cx="324128" cy="461665"/>
          </a:xfrm>
          <a:prstGeom prst="rect">
            <a:avLst/>
          </a:prstGeom>
          <a:noFill/>
        </p:spPr>
        <p:txBody>
          <a:bodyPr wrap="none" rtlCol="0">
            <a:spAutoFit/>
          </a:bodyPr>
          <a:lstStyle/>
          <a:p>
            <a:pPr algn="l"/>
            <a:r>
              <a:rPr lang="en-US" altLang="zh-CN" sz="2400" dirty="0">
                <a:latin typeface="HSE Sans" panose="02000000000000000000" pitchFamily="2" charset="0"/>
              </a:rPr>
              <a:t>v</a:t>
            </a:r>
            <a:endParaRPr lang="en-CN" sz="2400" dirty="0">
              <a:latin typeface="HSE Sans" panose="02000000000000000000" pitchFamily="2" charset="0"/>
            </a:endParaRPr>
          </a:p>
        </p:txBody>
      </p:sp>
      <mc:AlternateContent xmlns:mc="http://schemas.openxmlformats.org/markup-compatibility/2006" xmlns:a14="http://schemas.microsoft.com/office/drawing/2010/main">
        <mc:Choice Requires="a14">
          <p:sp>
            <p:nvSpPr>
              <p:cNvPr id="364" name="TextBox 363">
                <a:extLst>
                  <a:ext uri="{FF2B5EF4-FFF2-40B4-BE49-F238E27FC236}">
                    <a16:creationId xmlns:a16="http://schemas.microsoft.com/office/drawing/2014/main" id="{F3E06B3E-8D54-799D-921C-1C85C7300D19}"/>
                  </a:ext>
                </a:extLst>
              </p:cNvPr>
              <p:cNvSpPr txBox="1"/>
              <p:nvPr/>
            </p:nvSpPr>
            <p:spPr>
              <a:xfrm>
                <a:off x="470516" y="4187660"/>
                <a:ext cx="597471" cy="421782"/>
              </a:xfrm>
              <a:prstGeom prst="rect">
                <a:avLst/>
              </a:prstGeom>
              <a:noFill/>
            </p:spPr>
            <p:txBody>
              <a:bodyPr wrap="none" rtlCol="0">
                <a:spAutoFit/>
              </a:bodyPr>
              <a:lstStyle/>
              <a:p>
                <a:pPr algn="l"/>
                <a14:m>
                  <m:oMathPara xmlns:m="http://schemas.openxmlformats.org/officeDocument/2006/math">
                    <m:o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𝑄</m:t>
                          </m:r>
                        </m:sub>
                      </m:sSub>
                    </m:oMath>
                  </m:oMathPara>
                </a14:m>
                <a:endParaRPr lang="en-CN" sz="2000" dirty="0">
                  <a:latin typeface="HSE Sans" panose="02000000000000000000" pitchFamily="2" charset="0"/>
                </a:endParaRPr>
              </a:p>
            </p:txBody>
          </p:sp>
        </mc:Choice>
        <mc:Fallback xmlns="">
          <p:sp>
            <p:nvSpPr>
              <p:cNvPr id="364" name="TextBox 363">
                <a:extLst>
                  <a:ext uri="{FF2B5EF4-FFF2-40B4-BE49-F238E27FC236}">
                    <a16:creationId xmlns:a16="http://schemas.microsoft.com/office/drawing/2014/main" id="{F3E06B3E-8D54-799D-921C-1C85C7300D19}"/>
                  </a:ext>
                </a:extLst>
              </p:cNvPr>
              <p:cNvSpPr txBox="1">
                <a:spLocks noRot="1" noChangeAspect="1" noMove="1" noResize="1" noEditPoints="1" noAdjustHandles="1" noChangeArrowheads="1" noChangeShapeType="1" noTextEdit="1"/>
              </p:cNvSpPr>
              <p:nvPr/>
            </p:nvSpPr>
            <p:spPr>
              <a:xfrm>
                <a:off x="470516" y="4187660"/>
                <a:ext cx="597471" cy="421782"/>
              </a:xfrm>
              <a:prstGeom prst="rect">
                <a:avLst/>
              </a:prstGeom>
              <a:blipFill>
                <a:blip r:embed="rId3"/>
                <a:stretch>
                  <a:fillRect b="-882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65" name="TextBox 364">
                <a:extLst>
                  <a:ext uri="{FF2B5EF4-FFF2-40B4-BE49-F238E27FC236}">
                    <a16:creationId xmlns:a16="http://schemas.microsoft.com/office/drawing/2014/main" id="{DC689253-A803-00E4-C906-269F74FCA0AC}"/>
                  </a:ext>
                </a:extLst>
              </p:cNvPr>
              <p:cNvSpPr txBox="1"/>
              <p:nvPr/>
            </p:nvSpPr>
            <p:spPr>
              <a:xfrm>
                <a:off x="4853847" y="4187660"/>
                <a:ext cx="602921" cy="400110"/>
              </a:xfrm>
              <a:prstGeom prst="rect">
                <a:avLst/>
              </a:prstGeom>
              <a:noFill/>
            </p:spPr>
            <p:txBody>
              <a:bodyPr wrap="none" rtlCol="0">
                <a:spAutoFit/>
              </a:bodyPr>
              <a:lstStyle/>
              <a:p>
                <a:pPr algn="l"/>
                <a14:m>
                  <m:oMathPara xmlns:m="http://schemas.openxmlformats.org/officeDocument/2006/math">
                    <m:o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𝐾</m:t>
                          </m:r>
                        </m:sub>
                      </m:sSub>
                    </m:oMath>
                  </m:oMathPara>
                </a14:m>
                <a:endParaRPr lang="en-CN" sz="2000" dirty="0">
                  <a:latin typeface="HSE Sans" panose="02000000000000000000" pitchFamily="2" charset="0"/>
                </a:endParaRPr>
              </a:p>
            </p:txBody>
          </p:sp>
        </mc:Choice>
        <mc:Fallback xmlns="">
          <p:sp>
            <p:nvSpPr>
              <p:cNvPr id="365" name="TextBox 364">
                <a:extLst>
                  <a:ext uri="{FF2B5EF4-FFF2-40B4-BE49-F238E27FC236}">
                    <a16:creationId xmlns:a16="http://schemas.microsoft.com/office/drawing/2014/main" id="{DC689253-A803-00E4-C906-269F74FCA0AC}"/>
                  </a:ext>
                </a:extLst>
              </p:cNvPr>
              <p:cNvSpPr txBox="1">
                <a:spLocks noRot="1" noChangeAspect="1" noMove="1" noResize="1" noEditPoints="1" noAdjustHandles="1" noChangeArrowheads="1" noChangeShapeType="1" noTextEdit="1"/>
              </p:cNvSpPr>
              <p:nvPr/>
            </p:nvSpPr>
            <p:spPr>
              <a:xfrm>
                <a:off x="4853847" y="4187660"/>
                <a:ext cx="602921" cy="400110"/>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66" name="TextBox 365">
                <a:extLst>
                  <a:ext uri="{FF2B5EF4-FFF2-40B4-BE49-F238E27FC236}">
                    <a16:creationId xmlns:a16="http://schemas.microsoft.com/office/drawing/2014/main" id="{942EF40E-4F69-5A03-2CF2-3D8FB7E93536}"/>
                  </a:ext>
                </a:extLst>
              </p:cNvPr>
              <p:cNvSpPr txBox="1"/>
              <p:nvPr/>
            </p:nvSpPr>
            <p:spPr>
              <a:xfrm>
                <a:off x="9593079" y="4187660"/>
                <a:ext cx="590097" cy="400110"/>
              </a:xfrm>
              <a:prstGeom prst="rect">
                <a:avLst/>
              </a:prstGeom>
              <a:noFill/>
            </p:spPr>
            <p:txBody>
              <a:bodyPr wrap="none" rtlCol="0">
                <a:spAutoFit/>
              </a:bodyPr>
              <a:lstStyle/>
              <a:p>
                <a:pPr algn="l"/>
                <a14:m>
                  <m:oMathPara xmlns:m="http://schemas.openxmlformats.org/officeDocument/2006/math">
                    <m:o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𝑉</m:t>
                          </m:r>
                        </m:sub>
                      </m:sSub>
                    </m:oMath>
                  </m:oMathPara>
                </a14:m>
                <a:endParaRPr lang="en-CN" sz="2000" dirty="0">
                  <a:latin typeface="HSE Sans" panose="02000000000000000000" pitchFamily="2" charset="0"/>
                </a:endParaRPr>
              </a:p>
            </p:txBody>
          </p:sp>
        </mc:Choice>
        <mc:Fallback xmlns="">
          <p:sp>
            <p:nvSpPr>
              <p:cNvPr id="366" name="TextBox 365">
                <a:extLst>
                  <a:ext uri="{FF2B5EF4-FFF2-40B4-BE49-F238E27FC236}">
                    <a16:creationId xmlns:a16="http://schemas.microsoft.com/office/drawing/2014/main" id="{942EF40E-4F69-5A03-2CF2-3D8FB7E93536}"/>
                  </a:ext>
                </a:extLst>
              </p:cNvPr>
              <p:cNvSpPr txBox="1">
                <a:spLocks noRot="1" noChangeAspect="1" noMove="1" noResize="1" noEditPoints="1" noAdjustHandles="1" noChangeArrowheads="1" noChangeShapeType="1" noTextEdit="1"/>
              </p:cNvSpPr>
              <p:nvPr/>
            </p:nvSpPr>
            <p:spPr>
              <a:xfrm>
                <a:off x="9593079" y="4187660"/>
                <a:ext cx="590097" cy="400110"/>
              </a:xfrm>
              <a:prstGeom prst="rect">
                <a:avLst/>
              </a:prstGeom>
              <a:blipFill>
                <a:blip r:embed="rId5"/>
                <a:stretch>
                  <a:fillRect/>
                </a:stretch>
              </a:blipFill>
            </p:spPr>
            <p:txBody>
              <a:bodyPr/>
              <a:lstStyle/>
              <a:p>
                <a:r>
                  <a:rPr lang="en-CN">
                    <a:noFill/>
                  </a:rPr>
                  <a:t> </a:t>
                </a:r>
              </a:p>
            </p:txBody>
          </p:sp>
        </mc:Fallback>
      </mc:AlternateContent>
      <p:sp>
        <p:nvSpPr>
          <p:cNvPr id="367" name="TextBox 366">
            <a:extLst>
              <a:ext uri="{FF2B5EF4-FFF2-40B4-BE49-F238E27FC236}">
                <a16:creationId xmlns:a16="http://schemas.microsoft.com/office/drawing/2014/main" id="{C167C819-853C-4E40-85B9-7C700D54EB72}"/>
              </a:ext>
            </a:extLst>
          </p:cNvPr>
          <p:cNvSpPr txBox="1"/>
          <p:nvPr/>
        </p:nvSpPr>
        <p:spPr>
          <a:xfrm>
            <a:off x="5647927" y="1867024"/>
            <a:ext cx="1138453" cy="261610"/>
          </a:xfrm>
          <a:prstGeom prst="rect">
            <a:avLst/>
          </a:prstGeom>
          <a:noFill/>
        </p:spPr>
        <p:txBody>
          <a:bodyPr wrap="none" rtlCol="0">
            <a:spAutoFit/>
          </a:bodyPr>
          <a:lstStyle/>
          <a:p>
            <a:r>
              <a:rPr lang="en-US" sz="1100" dirty="0">
                <a:latin typeface="HSE Sans" panose="02000000000000000000" pitchFamily="2" charset="0"/>
              </a:rPr>
              <a:t>Attention Matrix</a:t>
            </a:r>
            <a:endParaRPr lang="en-CN" sz="1100" dirty="0">
              <a:latin typeface="HSE Sans" panose="02000000000000000000" pitchFamily="2" charset="0"/>
            </a:endParaRPr>
          </a:p>
        </p:txBody>
      </p:sp>
      <p:cxnSp>
        <p:nvCxnSpPr>
          <p:cNvPr id="369" name="Straight Arrow Connector 368">
            <a:extLst>
              <a:ext uri="{FF2B5EF4-FFF2-40B4-BE49-F238E27FC236}">
                <a16:creationId xmlns:a16="http://schemas.microsoft.com/office/drawing/2014/main" id="{8197498F-FC77-08C5-7E06-9957CB05238C}"/>
              </a:ext>
            </a:extLst>
          </p:cNvPr>
          <p:cNvCxnSpPr>
            <a:endCxn id="107" idx="2"/>
          </p:cNvCxnSpPr>
          <p:nvPr/>
        </p:nvCxnSpPr>
        <p:spPr>
          <a:xfrm flipH="1" flipV="1">
            <a:off x="1756031" y="4918058"/>
            <a:ext cx="2098569" cy="425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1" name="Straight Arrow Connector 370">
            <a:extLst>
              <a:ext uri="{FF2B5EF4-FFF2-40B4-BE49-F238E27FC236}">
                <a16:creationId xmlns:a16="http://schemas.microsoft.com/office/drawing/2014/main" id="{721D638E-2EB3-AF1A-5DDC-F5A9B6B500B3}"/>
              </a:ext>
            </a:extLst>
          </p:cNvPr>
          <p:cNvCxnSpPr>
            <a:stCxn id="37" idx="0"/>
            <a:endCxn id="238" idx="2"/>
          </p:cNvCxnSpPr>
          <p:nvPr/>
        </p:nvCxnSpPr>
        <p:spPr>
          <a:xfrm flipV="1">
            <a:off x="1756031" y="3388917"/>
            <a:ext cx="892016" cy="458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3" name="Straight Arrow Connector 372">
            <a:extLst>
              <a:ext uri="{FF2B5EF4-FFF2-40B4-BE49-F238E27FC236}">
                <a16:creationId xmlns:a16="http://schemas.microsoft.com/office/drawing/2014/main" id="{6915EA0E-32CB-B33A-5AFB-7375CE8B4C60}"/>
              </a:ext>
            </a:extLst>
          </p:cNvPr>
          <p:cNvCxnSpPr>
            <a:stCxn id="19" idx="0"/>
            <a:endCxn id="165" idx="2"/>
          </p:cNvCxnSpPr>
          <p:nvPr/>
        </p:nvCxnSpPr>
        <p:spPr>
          <a:xfrm flipV="1">
            <a:off x="6095996" y="4915892"/>
            <a:ext cx="2950" cy="191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5" name="Straight Arrow Connector 374">
            <a:extLst>
              <a:ext uri="{FF2B5EF4-FFF2-40B4-BE49-F238E27FC236}">
                <a16:creationId xmlns:a16="http://schemas.microsoft.com/office/drawing/2014/main" id="{C612EBA8-EFFD-FA4B-8AEA-89A57EAAB279}"/>
              </a:ext>
            </a:extLst>
          </p:cNvPr>
          <p:cNvCxnSpPr>
            <a:endCxn id="254" idx="1"/>
          </p:cNvCxnSpPr>
          <p:nvPr/>
        </p:nvCxnSpPr>
        <p:spPr>
          <a:xfrm flipH="1" flipV="1">
            <a:off x="4230812" y="3131978"/>
            <a:ext cx="1865188" cy="715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EBE826F4-56B1-667B-0C03-9A1BB74446ED}"/>
              </a:ext>
            </a:extLst>
          </p:cNvPr>
          <p:cNvCxnSpPr>
            <a:stCxn id="19" idx="3"/>
            <a:endCxn id="208" idx="2"/>
          </p:cNvCxnSpPr>
          <p:nvPr/>
        </p:nvCxnSpPr>
        <p:spPr>
          <a:xfrm flipV="1">
            <a:off x="8337392" y="4976454"/>
            <a:ext cx="2356116" cy="348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9" name="Straight Arrow Connector 378">
            <a:extLst>
              <a:ext uri="{FF2B5EF4-FFF2-40B4-BE49-F238E27FC236}">
                <a16:creationId xmlns:a16="http://schemas.microsoft.com/office/drawing/2014/main" id="{23B8B66C-A0D9-3B39-E0F1-CD6C0C53C64F}"/>
              </a:ext>
            </a:extLst>
          </p:cNvPr>
          <p:cNvCxnSpPr>
            <a:stCxn id="173" idx="0"/>
            <a:endCxn id="358" idx="2"/>
          </p:cNvCxnSpPr>
          <p:nvPr/>
        </p:nvCxnSpPr>
        <p:spPr>
          <a:xfrm flipH="1" flipV="1">
            <a:off x="8426602" y="3420087"/>
            <a:ext cx="2266906" cy="485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0" name="TextBox 379">
                <a:extLst>
                  <a:ext uri="{FF2B5EF4-FFF2-40B4-BE49-F238E27FC236}">
                    <a16:creationId xmlns:a16="http://schemas.microsoft.com/office/drawing/2014/main" id="{28635427-00FF-B047-4C32-538A51ED99FD}"/>
                  </a:ext>
                </a:extLst>
              </p:cNvPr>
              <p:cNvSpPr txBox="1"/>
              <p:nvPr/>
            </p:nvSpPr>
            <p:spPr>
              <a:xfrm>
                <a:off x="3997300" y="1090507"/>
                <a:ext cx="3760966" cy="650691"/>
              </a:xfrm>
              <a:prstGeom prst="rect">
                <a:avLst/>
              </a:prstGeom>
              <a:noFill/>
            </p:spPr>
            <p:txBody>
              <a:bodyPr wrap="none" rtlCol="0">
                <a:spAutoFit/>
              </a:bodyPr>
              <a:lstStyle/>
              <a:p>
                <a:pPr algn="l"/>
                <a14:m>
                  <m:oMathPara xmlns:m="http://schemas.openxmlformats.org/officeDocument/2006/math">
                    <m:oMath>
                      <m:r>
                        <a:rPr lang="en-US" altLang="zh-CN" sz="1600" b="0" i="1" smtClean="0">
                          <a:latin typeface="Cambria Math" panose="02040503050406030204" pitchFamily="18" charset="0"/>
                        </a:rPr>
                        <m:t>𝐴</m:t>
                      </m:r>
                      <m:r>
                        <m:rPr>
                          <m:sty m:val="p"/>
                        </m:rPr>
                        <a:rPr lang="en-US" altLang="zh-CN" sz="1600" i="1">
                          <a:latin typeface="Cambria Math" panose="02040503050406030204" pitchFamily="18" charset="0"/>
                        </a:rPr>
                        <m:t>tte</m:t>
                      </m:r>
                      <m:r>
                        <a:rPr lang="en-US" altLang="zh-CN" sz="1600" b="0" i="1" smtClean="0">
                          <a:latin typeface="Cambria Math" panose="02040503050406030204" pitchFamily="18" charset="0"/>
                        </a:rPr>
                        <m:t>𝑛𝑡𝑖𝑜𝑛</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𝑄</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𝐾</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𝑉</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𝑆𝑜𝑓𝑡𝑚𝑎𝑥</m:t>
                      </m:r>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𝑄</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𝐾</m:t>
                                  </m:r>
                                </m:e>
                                <m:sup>
                                  <m:r>
                                    <a:rPr lang="en-US" altLang="zh-CN" sz="1600" b="0" i="1" smtClean="0">
                                      <a:latin typeface="Cambria Math" panose="02040503050406030204" pitchFamily="18" charset="0"/>
                                    </a:rPr>
                                    <m:t>𝑇</m:t>
                                  </m:r>
                                </m:sup>
                              </m:sSup>
                            </m:num>
                            <m:den>
                              <m:rad>
                                <m:radPr>
                                  <m:degHide m:val="on"/>
                                  <m:ctrlPr>
                                    <a:rPr lang="en-US" altLang="zh-CN" sz="1600" b="0" i="1" smtClean="0">
                                      <a:latin typeface="Cambria Math" panose="02040503050406030204" pitchFamily="18" charset="0"/>
                                    </a:rPr>
                                  </m:ctrlPr>
                                </m:radPr>
                                <m:deg/>
                                <m:e>
                                  <m:r>
                                    <a:rPr lang="en-US" altLang="zh-CN" sz="1600" b="0" i="1" smtClean="0">
                                      <a:latin typeface="Cambria Math" panose="02040503050406030204" pitchFamily="18" charset="0"/>
                                    </a:rPr>
                                    <m:t>𝑑</m:t>
                                  </m:r>
                                </m:e>
                              </m:rad>
                            </m:den>
                          </m:f>
                        </m:e>
                      </m:d>
                      <m:r>
                        <a:rPr lang="en-US" altLang="zh-CN" sz="1600" b="0" i="1" smtClean="0">
                          <a:latin typeface="Cambria Math" panose="02040503050406030204" pitchFamily="18" charset="0"/>
                        </a:rPr>
                        <m:t>𝑉</m:t>
                      </m:r>
                    </m:oMath>
                  </m:oMathPara>
                </a14:m>
                <a:endParaRPr lang="en-CN" sz="1600" dirty="0">
                  <a:latin typeface="HSE Sans" panose="02000000000000000000" pitchFamily="2" charset="0"/>
                </a:endParaRPr>
              </a:p>
            </p:txBody>
          </p:sp>
        </mc:Choice>
        <mc:Fallback xmlns="">
          <p:sp>
            <p:nvSpPr>
              <p:cNvPr id="380" name="TextBox 379">
                <a:extLst>
                  <a:ext uri="{FF2B5EF4-FFF2-40B4-BE49-F238E27FC236}">
                    <a16:creationId xmlns:a16="http://schemas.microsoft.com/office/drawing/2014/main" id="{28635427-00FF-B047-4C32-538A51ED99FD}"/>
                  </a:ext>
                </a:extLst>
              </p:cNvPr>
              <p:cNvSpPr txBox="1">
                <a:spLocks noRot="1" noChangeAspect="1" noMove="1" noResize="1" noEditPoints="1" noAdjustHandles="1" noChangeArrowheads="1" noChangeShapeType="1" noTextEdit="1"/>
              </p:cNvSpPr>
              <p:nvPr/>
            </p:nvSpPr>
            <p:spPr>
              <a:xfrm>
                <a:off x="3997300" y="1090507"/>
                <a:ext cx="3760966" cy="650691"/>
              </a:xfrm>
              <a:prstGeom prst="rect">
                <a:avLst/>
              </a:prstGeom>
              <a:blipFill>
                <a:blip r:embed="rId6"/>
                <a:stretch>
                  <a:fillRect/>
                </a:stretch>
              </a:blipFill>
            </p:spPr>
            <p:txBody>
              <a:bodyPr/>
              <a:lstStyle/>
              <a:p>
                <a:r>
                  <a:rPr lang="en-CN">
                    <a:noFill/>
                  </a:rPr>
                  <a:t> </a:t>
                </a:r>
              </a:p>
            </p:txBody>
          </p:sp>
        </mc:Fallback>
      </mc:AlternateContent>
      <p:sp>
        <p:nvSpPr>
          <p:cNvPr id="381" name="Rounded Rectangle 380">
            <a:extLst>
              <a:ext uri="{FF2B5EF4-FFF2-40B4-BE49-F238E27FC236}">
                <a16:creationId xmlns:a16="http://schemas.microsoft.com/office/drawing/2014/main" id="{57D6D1C7-C2B3-D073-5D4F-33BFF79AC2F8}"/>
              </a:ext>
            </a:extLst>
          </p:cNvPr>
          <p:cNvSpPr/>
          <p:nvPr/>
        </p:nvSpPr>
        <p:spPr>
          <a:xfrm>
            <a:off x="2350468" y="6361488"/>
            <a:ext cx="7496956" cy="434898"/>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CN" sz="1600" dirty="0">
              <a:solidFill>
                <a:schemeClr val="tx1"/>
              </a:solidFill>
              <a:latin typeface="HSE Sans" panose="02000000000000000000" pitchFamily="2" charset="0"/>
            </a:endParaRPr>
          </a:p>
        </p:txBody>
      </p:sp>
      <p:cxnSp>
        <p:nvCxnSpPr>
          <p:cNvPr id="384" name="Straight Arrow Connector 383">
            <a:extLst>
              <a:ext uri="{FF2B5EF4-FFF2-40B4-BE49-F238E27FC236}">
                <a16:creationId xmlns:a16="http://schemas.microsoft.com/office/drawing/2014/main" id="{BB181ADA-B480-5744-728C-FC36146B4826}"/>
              </a:ext>
            </a:extLst>
          </p:cNvPr>
          <p:cNvCxnSpPr>
            <a:cxnSpLocks/>
          </p:cNvCxnSpPr>
          <p:nvPr/>
        </p:nvCxnSpPr>
        <p:spPr>
          <a:xfrm flipV="1">
            <a:off x="6092312" y="6155473"/>
            <a:ext cx="0" cy="17685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6614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4">
            <a:extLst>
              <a:ext uri="{FF2B5EF4-FFF2-40B4-BE49-F238E27FC236}">
                <a16:creationId xmlns:a16="http://schemas.microsoft.com/office/drawing/2014/main" id="{7C36D7E0-FF2F-E54C-D42B-5C3E9017AD3F}"/>
              </a:ext>
            </a:extLst>
          </p:cNvPr>
          <p:cNvSpPr txBox="1">
            <a:spLocks/>
          </p:cNvSpPr>
          <p:nvPr/>
        </p:nvSpPr>
        <p:spPr>
          <a:xfrm>
            <a:off x="1133528" y="502639"/>
            <a:ext cx="315333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LLM Inference Process Without KV Cache</a:t>
            </a:r>
            <a:endParaRPr lang="ru-RU" sz="1400" dirty="0"/>
          </a:p>
        </p:txBody>
      </p:sp>
      <p:sp>
        <p:nvSpPr>
          <p:cNvPr id="2" name="TextBox 1">
            <a:extLst>
              <a:ext uri="{FF2B5EF4-FFF2-40B4-BE49-F238E27FC236}">
                <a16:creationId xmlns:a16="http://schemas.microsoft.com/office/drawing/2014/main" id="{E1874D82-A70A-EC4E-4584-60924ADEA23A}"/>
              </a:ext>
            </a:extLst>
          </p:cNvPr>
          <p:cNvSpPr txBox="1"/>
          <p:nvPr/>
        </p:nvSpPr>
        <p:spPr>
          <a:xfrm>
            <a:off x="816077" y="1189704"/>
            <a:ext cx="1037463" cy="307777"/>
          </a:xfrm>
          <a:prstGeom prst="rect">
            <a:avLst/>
          </a:prstGeom>
          <a:noFill/>
        </p:spPr>
        <p:txBody>
          <a:bodyPr wrap="none" rtlCol="0">
            <a:spAutoFit/>
          </a:bodyPr>
          <a:lstStyle/>
          <a:p>
            <a:r>
              <a:rPr lang="en-US" sz="1400" dirty="0">
                <a:latin typeface="HSE Sans" panose="02000000000000000000" pitchFamily="2" charset="0"/>
              </a:rPr>
              <a:t>User input</a:t>
            </a:r>
            <a:r>
              <a:rPr lang="en-US" altLang="zh-CN" sz="1400" dirty="0">
                <a:latin typeface="HSE Sans" panose="02000000000000000000" pitchFamily="2" charset="0"/>
              </a:rPr>
              <a:t>:</a:t>
            </a:r>
            <a:r>
              <a:rPr lang="zh-CN" altLang="en-US" sz="1400" dirty="0">
                <a:latin typeface="HSE Sans" panose="02000000000000000000" pitchFamily="2" charset="0"/>
              </a:rPr>
              <a:t> </a:t>
            </a:r>
            <a:endParaRPr lang="en-CN" sz="1400" dirty="0">
              <a:latin typeface="HSE Sans" panose="02000000000000000000" pitchFamily="2" charset="0"/>
            </a:endParaRPr>
          </a:p>
        </p:txBody>
      </p:sp>
      <p:sp>
        <p:nvSpPr>
          <p:cNvPr id="3" name="TextBox 2">
            <a:extLst>
              <a:ext uri="{FF2B5EF4-FFF2-40B4-BE49-F238E27FC236}">
                <a16:creationId xmlns:a16="http://schemas.microsoft.com/office/drawing/2014/main" id="{F53A252E-9253-A752-AD5E-93CEF8A9B6C8}"/>
              </a:ext>
            </a:extLst>
          </p:cNvPr>
          <p:cNvSpPr txBox="1"/>
          <p:nvPr/>
        </p:nvSpPr>
        <p:spPr>
          <a:xfrm>
            <a:off x="816077" y="1522400"/>
            <a:ext cx="1047082" cy="246221"/>
          </a:xfrm>
          <a:prstGeom prst="rect">
            <a:avLst/>
          </a:prstGeom>
          <a:noFill/>
        </p:spPr>
        <p:txBody>
          <a:bodyPr wrap="none" rtlCol="0">
            <a:spAutoFit/>
          </a:bodyPr>
          <a:lstStyle/>
          <a:p>
            <a:r>
              <a:rPr lang="en-US" altLang="zh-CN" sz="1000" dirty="0">
                <a:latin typeface="HSE Sans" panose="02000000000000000000" pitchFamily="2" charset="0"/>
              </a:rPr>
              <a:t>HSE University is</a:t>
            </a:r>
            <a:endParaRPr lang="en-CN" sz="1000" dirty="0">
              <a:latin typeface="HSE Sans" panose="02000000000000000000" pitchFamily="2" charset="0"/>
            </a:endParaRPr>
          </a:p>
        </p:txBody>
      </p:sp>
      <p:cxnSp>
        <p:nvCxnSpPr>
          <p:cNvPr id="5" name="Straight Arrow Connector 4">
            <a:extLst>
              <a:ext uri="{FF2B5EF4-FFF2-40B4-BE49-F238E27FC236}">
                <a16:creationId xmlns:a16="http://schemas.microsoft.com/office/drawing/2014/main" id="{3011F4D2-F937-32BE-4158-26D9B11EE1F7}"/>
              </a:ext>
            </a:extLst>
          </p:cNvPr>
          <p:cNvCxnSpPr>
            <a:cxnSpLocks/>
            <a:endCxn id="14" idx="1"/>
          </p:cNvCxnSpPr>
          <p:nvPr/>
        </p:nvCxnSpPr>
        <p:spPr>
          <a:xfrm flipV="1">
            <a:off x="2274835" y="1645510"/>
            <a:ext cx="3052922" cy="2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descr="A blue brain with lines and text&#10;&#10;AI-generated content may be incorrect.">
            <a:extLst>
              <a:ext uri="{FF2B5EF4-FFF2-40B4-BE49-F238E27FC236}">
                <a16:creationId xmlns:a16="http://schemas.microsoft.com/office/drawing/2014/main" id="{5CB067B1-1E0C-8EAC-9648-422A65B9AB20}"/>
              </a:ext>
            </a:extLst>
          </p:cNvPr>
          <p:cNvPicPr>
            <a:picLocks noChangeAspect="1"/>
          </p:cNvPicPr>
          <p:nvPr/>
        </p:nvPicPr>
        <p:blipFill>
          <a:blip r:embed="rId2"/>
          <a:stretch>
            <a:fillRect/>
          </a:stretch>
        </p:blipFill>
        <p:spPr>
          <a:xfrm>
            <a:off x="5327757" y="1205315"/>
            <a:ext cx="1320585" cy="880390"/>
          </a:xfrm>
          <a:prstGeom prst="rect">
            <a:avLst/>
          </a:prstGeom>
        </p:spPr>
      </p:pic>
      <p:sp>
        <p:nvSpPr>
          <p:cNvPr id="15" name="TextBox 14">
            <a:extLst>
              <a:ext uri="{FF2B5EF4-FFF2-40B4-BE49-F238E27FC236}">
                <a16:creationId xmlns:a16="http://schemas.microsoft.com/office/drawing/2014/main" id="{FBE1040D-2CB3-2BA5-11BF-EFDBB9F1119C}"/>
              </a:ext>
            </a:extLst>
          </p:cNvPr>
          <p:cNvSpPr txBox="1"/>
          <p:nvPr/>
        </p:nvSpPr>
        <p:spPr>
          <a:xfrm>
            <a:off x="816077" y="2085705"/>
            <a:ext cx="1431802" cy="307777"/>
          </a:xfrm>
          <a:prstGeom prst="rect">
            <a:avLst/>
          </a:prstGeom>
          <a:noFill/>
        </p:spPr>
        <p:txBody>
          <a:bodyPr wrap="none" rtlCol="0">
            <a:spAutoFit/>
          </a:bodyPr>
          <a:lstStyle/>
          <a:p>
            <a:r>
              <a:rPr lang="en-US" sz="1400" dirty="0">
                <a:latin typeface="HSE Sans" panose="02000000000000000000" pitchFamily="2" charset="0"/>
              </a:rPr>
              <a:t>Model </a:t>
            </a:r>
            <a:r>
              <a:rPr lang="en-US" altLang="zh-CN" sz="1400" dirty="0">
                <a:latin typeface="HSE Sans" panose="02000000000000000000" pitchFamily="2" charset="0"/>
              </a:rPr>
              <a:t>O</a:t>
            </a:r>
            <a:r>
              <a:rPr lang="en-US" sz="1400" dirty="0">
                <a:latin typeface="HSE Sans" panose="02000000000000000000" pitchFamily="2" charset="0"/>
              </a:rPr>
              <a:t>utput</a:t>
            </a:r>
            <a:r>
              <a:rPr lang="zh-CN" altLang="en-US" sz="1400" dirty="0">
                <a:latin typeface="HSE Sans" panose="02000000000000000000" pitchFamily="2" charset="0"/>
              </a:rPr>
              <a:t>：</a:t>
            </a:r>
            <a:r>
              <a:rPr lang="zh-CN" altLang="en-US" sz="1000" dirty="0">
                <a:latin typeface="HSE Sans" panose="02000000000000000000" pitchFamily="2" charset="0"/>
              </a:rPr>
              <a:t> </a:t>
            </a:r>
            <a:endParaRPr lang="en-CN" sz="1000" dirty="0">
              <a:latin typeface="HSE Sans" panose="02000000000000000000" pitchFamily="2" charset="0"/>
            </a:endParaRPr>
          </a:p>
        </p:txBody>
      </p:sp>
      <p:sp>
        <p:nvSpPr>
          <p:cNvPr id="16" name="TextBox 15">
            <a:extLst>
              <a:ext uri="{FF2B5EF4-FFF2-40B4-BE49-F238E27FC236}">
                <a16:creationId xmlns:a16="http://schemas.microsoft.com/office/drawing/2014/main" id="{22D5023B-1D3A-08B5-C42D-478DE1499E93}"/>
              </a:ext>
            </a:extLst>
          </p:cNvPr>
          <p:cNvSpPr txBox="1"/>
          <p:nvPr/>
        </p:nvSpPr>
        <p:spPr>
          <a:xfrm>
            <a:off x="263029" y="1522399"/>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0)</a:t>
            </a:r>
            <a:endParaRPr lang="en-CN" sz="1000" dirty="0">
              <a:latin typeface="HSE Sans" panose="02000000000000000000" pitchFamily="2" charset="0"/>
            </a:endParaRPr>
          </a:p>
        </p:txBody>
      </p:sp>
      <p:sp>
        <p:nvSpPr>
          <p:cNvPr id="17" name="TextBox 16">
            <a:extLst>
              <a:ext uri="{FF2B5EF4-FFF2-40B4-BE49-F238E27FC236}">
                <a16:creationId xmlns:a16="http://schemas.microsoft.com/office/drawing/2014/main" id="{79673EDD-AB06-97B1-6111-32B1273AFD7B}"/>
              </a:ext>
            </a:extLst>
          </p:cNvPr>
          <p:cNvSpPr txBox="1"/>
          <p:nvPr/>
        </p:nvSpPr>
        <p:spPr>
          <a:xfrm>
            <a:off x="816077" y="2372456"/>
            <a:ext cx="1250663"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a:t>
            </a:r>
            <a:r>
              <a:rPr lang="en-US" altLang="zh-CN" sz="1000" dirty="0">
                <a:highlight>
                  <a:srgbClr val="FF00FF"/>
                </a:highlight>
                <a:latin typeface="HSE Sans" panose="02000000000000000000" pitchFamily="2" charset="0"/>
              </a:rPr>
              <a:t>the</a:t>
            </a:r>
            <a:endParaRPr lang="en-CN" sz="1000" dirty="0">
              <a:highlight>
                <a:srgbClr val="FF00FF"/>
              </a:highlight>
              <a:latin typeface="HSE Sans" panose="02000000000000000000" pitchFamily="2" charset="0"/>
            </a:endParaRPr>
          </a:p>
        </p:txBody>
      </p:sp>
      <p:cxnSp>
        <p:nvCxnSpPr>
          <p:cNvPr id="19" name="Elbow Connector 18">
            <a:extLst>
              <a:ext uri="{FF2B5EF4-FFF2-40B4-BE49-F238E27FC236}">
                <a16:creationId xmlns:a16="http://schemas.microsoft.com/office/drawing/2014/main" id="{81ECB0AA-0B1F-0B2E-159A-77AEBEEEA015}"/>
              </a:ext>
            </a:extLst>
          </p:cNvPr>
          <p:cNvCxnSpPr>
            <a:cxnSpLocks/>
            <a:endCxn id="17" idx="3"/>
          </p:cNvCxnSpPr>
          <p:nvPr/>
        </p:nvCxnSpPr>
        <p:spPr>
          <a:xfrm rot="10800000" flipV="1">
            <a:off x="2066741" y="1866513"/>
            <a:ext cx="3285715" cy="6290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C355BD8-0E8B-140B-AC51-EC64D4A56119}"/>
              </a:ext>
            </a:extLst>
          </p:cNvPr>
          <p:cNvSpPr txBox="1"/>
          <p:nvPr/>
        </p:nvSpPr>
        <p:spPr>
          <a:xfrm>
            <a:off x="287727" y="2365421"/>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1)</a:t>
            </a:r>
            <a:endParaRPr lang="en-CN" sz="1000" dirty="0">
              <a:latin typeface="HSE Sans" panose="02000000000000000000" pitchFamily="2" charset="0"/>
            </a:endParaRPr>
          </a:p>
        </p:txBody>
      </p:sp>
      <p:sp>
        <p:nvSpPr>
          <p:cNvPr id="21" name="TextBox 20">
            <a:extLst>
              <a:ext uri="{FF2B5EF4-FFF2-40B4-BE49-F238E27FC236}">
                <a16:creationId xmlns:a16="http://schemas.microsoft.com/office/drawing/2014/main" id="{C2143808-ED87-3542-A1C3-080D3FA51D32}"/>
              </a:ext>
            </a:extLst>
          </p:cNvPr>
          <p:cNvSpPr txBox="1"/>
          <p:nvPr/>
        </p:nvSpPr>
        <p:spPr>
          <a:xfrm>
            <a:off x="816077" y="2632747"/>
            <a:ext cx="1542410"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a:t>
            </a:r>
            <a:r>
              <a:rPr lang="en-US" altLang="zh-CN" sz="1000" dirty="0">
                <a:highlight>
                  <a:srgbClr val="FF00FF"/>
                </a:highlight>
                <a:latin typeface="HSE Sans" panose="02000000000000000000" pitchFamily="2" charset="0"/>
              </a:rPr>
              <a:t>most</a:t>
            </a:r>
            <a:endParaRPr lang="en-CN" sz="1000" dirty="0">
              <a:highlight>
                <a:srgbClr val="FF00FF"/>
              </a:highlight>
              <a:latin typeface="HSE Sans" panose="02000000000000000000" pitchFamily="2" charset="0"/>
            </a:endParaRPr>
          </a:p>
        </p:txBody>
      </p:sp>
      <p:sp>
        <p:nvSpPr>
          <p:cNvPr id="22" name="TextBox 21">
            <a:extLst>
              <a:ext uri="{FF2B5EF4-FFF2-40B4-BE49-F238E27FC236}">
                <a16:creationId xmlns:a16="http://schemas.microsoft.com/office/drawing/2014/main" id="{C8744775-F116-3889-3083-D2F70D612EAB}"/>
              </a:ext>
            </a:extLst>
          </p:cNvPr>
          <p:cNvSpPr txBox="1"/>
          <p:nvPr/>
        </p:nvSpPr>
        <p:spPr>
          <a:xfrm>
            <a:off x="287727" y="2625712"/>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2)</a:t>
            </a:r>
            <a:endParaRPr lang="en-CN" sz="1000" dirty="0">
              <a:latin typeface="HSE Sans" panose="02000000000000000000" pitchFamily="2" charset="0"/>
            </a:endParaRPr>
          </a:p>
        </p:txBody>
      </p:sp>
      <p:sp>
        <p:nvSpPr>
          <p:cNvPr id="23" name="TextBox 22">
            <a:extLst>
              <a:ext uri="{FF2B5EF4-FFF2-40B4-BE49-F238E27FC236}">
                <a16:creationId xmlns:a16="http://schemas.microsoft.com/office/drawing/2014/main" id="{58C09A15-E762-54DE-EDD2-F940CB9836FC}"/>
              </a:ext>
            </a:extLst>
          </p:cNvPr>
          <p:cNvSpPr txBox="1"/>
          <p:nvPr/>
        </p:nvSpPr>
        <p:spPr>
          <a:xfrm>
            <a:off x="816077" y="2886003"/>
            <a:ext cx="2456122"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a:t>
            </a:r>
            <a:r>
              <a:rPr lang="en-US" altLang="zh-CN" sz="1000" dirty="0">
                <a:highlight>
                  <a:srgbClr val="FF00FF"/>
                </a:highlight>
                <a:latin typeface="HSE Sans" panose="02000000000000000000" pitchFamily="2" charset="0"/>
              </a:rPr>
              <a:t>internationalized</a:t>
            </a:r>
            <a:endParaRPr lang="en-CN" sz="1000" dirty="0">
              <a:highlight>
                <a:srgbClr val="FF00FF"/>
              </a:highlight>
              <a:latin typeface="HSE Sans" panose="02000000000000000000" pitchFamily="2" charset="0"/>
            </a:endParaRPr>
          </a:p>
        </p:txBody>
      </p:sp>
      <p:sp>
        <p:nvSpPr>
          <p:cNvPr id="24" name="TextBox 23">
            <a:extLst>
              <a:ext uri="{FF2B5EF4-FFF2-40B4-BE49-F238E27FC236}">
                <a16:creationId xmlns:a16="http://schemas.microsoft.com/office/drawing/2014/main" id="{BBC7FBF1-6923-EBE3-1337-1D55F39A2EAB}"/>
              </a:ext>
            </a:extLst>
          </p:cNvPr>
          <p:cNvSpPr txBox="1"/>
          <p:nvPr/>
        </p:nvSpPr>
        <p:spPr>
          <a:xfrm>
            <a:off x="287727" y="2878968"/>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3)</a:t>
            </a:r>
            <a:endParaRPr lang="en-CN" sz="1000" dirty="0">
              <a:latin typeface="HSE Sans" panose="02000000000000000000" pitchFamily="2" charset="0"/>
            </a:endParaRPr>
          </a:p>
        </p:txBody>
      </p:sp>
      <p:sp>
        <p:nvSpPr>
          <p:cNvPr id="25" name="TextBox 24">
            <a:extLst>
              <a:ext uri="{FF2B5EF4-FFF2-40B4-BE49-F238E27FC236}">
                <a16:creationId xmlns:a16="http://schemas.microsoft.com/office/drawing/2014/main" id="{024F7054-F0B5-A846-5C62-26FABA99F086}"/>
              </a:ext>
            </a:extLst>
          </p:cNvPr>
          <p:cNvSpPr txBox="1"/>
          <p:nvPr/>
        </p:nvSpPr>
        <p:spPr>
          <a:xfrm>
            <a:off x="816077" y="3132224"/>
            <a:ext cx="2994731"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internationalized </a:t>
            </a:r>
            <a:r>
              <a:rPr lang="en-US" altLang="zh-CN" sz="1000" dirty="0">
                <a:highlight>
                  <a:srgbClr val="FF00FF"/>
                </a:highlight>
                <a:latin typeface="HSE Sans" panose="02000000000000000000" pitchFamily="2" charset="0"/>
              </a:rPr>
              <a:t>university</a:t>
            </a:r>
            <a:endParaRPr lang="en-CN" sz="1000" dirty="0">
              <a:highlight>
                <a:srgbClr val="FF00FF"/>
              </a:highlight>
              <a:latin typeface="HSE Sans" panose="02000000000000000000" pitchFamily="2" charset="0"/>
            </a:endParaRPr>
          </a:p>
        </p:txBody>
      </p:sp>
      <p:sp>
        <p:nvSpPr>
          <p:cNvPr id="26" name="TextBox 25">
            <a:extLst>
              <a:ext uri="{FF2B5EF4-FFF2-40B4-BE49-F238E27FC236}">
                <a16:creationId xmlns:a16="http://schemas.microsoft.com/office/drawing/2014/main" id="{5D139D04-95F7-784F-8912-CEE55C688BF2}"/>
              </a:ext>
            </a:extLst>
          </p:cNvPr>
          <p:cNvSpPr txBox="1"/>
          <p:nvPr/>
        </p:nvSpPr>
        <p:spPr>
          <a:xfrm>
            <a:off x="287727" y="3125189"/>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4)</a:t>
            </a:r>
            <a:endParaRPr lang="en-CN" sz="1000" dirty="0">
              <a:latin typeface="HSE Sans" panose="02000000000000000000" pitchFamily="2" charset="0"/>
            </a:endParaRPr>
          </a:p>
        </p:txBody>
      </p:sp>
      <p:sp>
        <p:nvSpPr>
          <p:cNvPr id="27" name="TextBox 26">
            <a:extLst>
              <a:ext uri="{FF2B5EF4-FFF2-40B4-BE49-F238E27FC236}">
                <a16:creationId xmlns:a16="http://schemas.microsoft.com/office/drawing/2014/main" id="{533AD05A-8FB8-5C55-2E48-EB4BF80F3191}"/>
              </a:ext>
            </a:extLst>
          </p:cNvPr>
          <p:cNvSpPr txBox="1"/>
          <p:nvPr/>
        </p:nvSpPr>
        <p:spPr>
          <a:xfrm>
            <a:off x="816077" y="3392515"/>
            <a:ext cx="3119765"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internationalized university </a:t>
            </a:r>
            <a:r>
              <a:rPr lang="en-US" altLang="zh-CN" sz="1000" dirty="0">
                <a:highlight>
                  <a:srgbClr val="FF00FF"/>
                </a:highlight>
                <a:latin typeface="HSE Sans" panose="02000000000000000000" pitchFamily="2" charset="0"/>
              </a:rPr>
              <a:t>in</a:t>
            </a:r>
            <a:endParaRPr lang="en-CN" sz="1000" dirty="0">
              <a:highlight>
                <a:srgbClr val="FF00FF"/>
              </a:highlight>
              <a:latin typeface="HSE Sans" panose="02000000000000000000" pitchFamily="2" charset="0"/>
            </a:endParaRPr>
          </a:p>
        </p:txBody>
      </p:sp>
      <p:sp>
        <p:nvSpPr>
          <p:cNvPr id="28" name="TextBox 27">
            <a:extLst>
              <a:ext uri="{FF2B5EF4-FFF2-40B4-BE49-F238E27FC236}">
                <a16:creationId xmlns:a16="http://schemas.microsoft.com/office/drawing/2014/main" id="{9EF392FE-F02C-CF4C-9CC9-6D2103AF71CC}"/>
              </a:ext>
            </a:extLst>
          </p:cNvPr>
          <p:cNvSpPr txBox="1"/>
          <p:nvPr/>
        </p:nvSpPr>
        <p:spPr>
          <a:xfrm>
            <a:off x="287727" y="3385480"/>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5)</a:t>
            </a:r>
            <a:endParaRPr lang="en-CN" sz="1000" dirty="0">
              <a:latin typeface="HSE Sans" panose="02000000000000000000" pitchFamily="2" charset="0"/>
            </a:endParaRPr>
          </a:p>
        </p:txBody>
      </p:sp>
      <p:sp>
        <p:nvSpPr>
          <p:cNvPr id="29" name="TextBox 28">
            <a:extLst>
              <a:ext uri="{FF2B5EF4-FFF2-40B4-BE49-F238E27FC236}">
                <a16:creationId xmlns:a16="http://schemas.microsoft.com/office/drawing/2014/main" id="{EC53DAF5-2D7D-7434-5225-8205C00E7F90}"/>
              </a:ext>
            </a:extLst>
          </p:cNvPr>
          <p:cNvSpPr txBox="1"/>
          <p:nvPr/>
        </p:nvSpPr>
        <p:spPr>
          <a:xfrm>
            <a:off x="816077" y="3645771"/>
            <a:ext cx="3323346"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internationalized university in </a:t>
            </a:r>
            <a:r>
              <a:rPr lang="en-US" altLang="zh-CN" sz="1000" dirty="0">
                <a:highlight>
                  <a:srgbClr val="FF00FF"/>
                </a:highlight>
                <a:latin typeface="HSE Sans" panose="02000000000000000000" pitchFamily="2" charset="0"/>
              </a:rPr>
              <a:t>the</a:t>
            </a:r>
            <a:endParaRPr lang="en-CN" sz="1000" dirty="0">
              <a:highlight>
                <a:srgbClr val="FF00FF"/>
              </a:highlight>
              <a:latin typeface="HSE Sans" panose="02000000000000000000" pitchFamily="2" charset="0"/>
            </a:endParaRPr>
          </a:p>
        </p:txBody>
      </p:sp>
      <p:sp>
        <p:nvSpPr>
          <p:cNvPr id="30" name="TextBox 29">
            <a:extLst>
              <a:ext uri="{FF2B5EF4-FFF2-40B4-BE49-F238E27FC236}">
                <a16:creationId xmlns:a16="http://schemas.microsoft.com/office/drawing/2014/main" id="{5A4F089D-623E-5DA7-E33C-1D8B4B6E70FC}"/>
              </a:ext>
            </a:extLst>
          </p:cNvPr>
          <p:cNvSpPr txBox="1"/>
          <p:nvPr/>
        </p:nvSpPr>
        <p:spPr>
          <a:xfrm>
            <a:off x="287727" y="3638736"/>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6)</a:t>
            </a:r>
            <a:endParaRPr lang="en-CN" sz="1000" dirty="0">
              <a:latin typeface="HSE Sans" panose="02000000000000000000" pitchFamily="2" charset="0"/>
            </a:endParaRPr>
          </a:p>
        </p:txBody>
      </p:sp>
      <p:sp>
        <p:nvSpPr>
          <p:cNvPr id="39" name="TextBox 38">
            <a:extLst>
              <a:ext uri="{FF2B5EF4-FFF2-40B4-BE49-F238E27FC236}">
                <a16:creationId xmlns:a16="http://schemas.microsoft.com/office/drawing/2014/main" id="{C97EC7C9-3D34-E101-F203-A69D9B21A722}"/>
              </a:ext>
            </a:extLst>
          </p:cNvPr>
          <p:cNvSpPr txBox="1"/>
          <p:nvPr/>
        </p:nvSpPr>
        <p:spPr>
          <a:xfrm>
            <a:off x="809622" y="3891991"/>
            <a:ext cx="3744936"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internationalized university in the </a:t>
            </a:r>
            <a:r>
              <a:rPr lang="en-US" altLang="zh-CN" sz="1000" dirty="0">
                <a:highlight>
                  <a:srgbClr val="FF00FF"/>
                </a:highlight>
                <a:latin typeface="HSE Sans" panose="02000000000000000000" pitchFamily="2" charset="0"/>
              </a:rPr>
              <a:t>Russian</a:t>
            </a:r>
            <a:endParaRPr lang="en-CN" sz="1000" dirty="0">
              <a:highlight>
                <a:srgbClr val="FF00FF"/>
              </a:highlight>
              <a:latin typeface="HSE Sans" panose="02000000000000000000" pitchFamily="2" charset="0"/>
            </a:endParaRPr>
          </a:p>
        </p:txBody>
      </p:sp>
      <p:sp>
        <p:nvSpPr>
          <p:cNvPr id="40" name="TextBox 39">
            <a:extLst>
              <a:ext uri="{FF2B5EF4-FFF2-40B4-BE49-F238E27FC236}">
                <a16:creationId xmlns:a16="http://schemas.microsoft.com/office/drawing/2014/main" id="{DE19025F-9B59-720C-1328-AFBE209EF11D}"/>
              </a:ext>
            </a:extLst>
          </p:cNvPr>
          <p:cNvSpPr txBox="1"/>
          <p:nvPr/>
        </p:nvSpPr>
        <p:spPr>
          <a:xfrm>
            <a:off x="281272" y="3884956"/>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7)</a:t>
            </a:r>
            <a:endParaRPr lang="en-CN" sz="1000" dirty="0">
              <a:latin typeface="HSE Sans" panose="02000000000000000000" pitchFamily="2" charset="0"/>
            </a:endParaRPr>
          </a:p>
        </p:txBody>
      </p:sp>
      <p:sp>
        <p:nvSpPr>
          <p:cNvPr id="41" name="TextBox 40">
            <a:extLst>
              <a:ext uri="{FF2B5EF4-FFF2-40B4-BE49-F238E27FC236}">
                <a16:creationId xmlns:a16="http://schemas.microsoft.com/office/drawing/2014/main" id="{6BA203B3-E689-2F04-747B-DBED87E66459}"/>
              </a:ext>
            </a:extLst>
          </p:cNvPr>
          <p:cNvSpPr txBox="1"/>
          <p:nvPr/>
        </p:nvSpPr>
        <p:spPr>
          <a:xfrm>
            <a:off x="809622" y="4145247"/>
            <a:ext cx="4341253"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internationalized university in the Russian </a:t>
            </a:r>
            <a:r>
              <a:rPr lang="en-US" altLang="zh-CN" sz="1000" dirty="0">
                <a:highlight>
                  <a:srgbClr val="FF00FF"/>
                </a:highlight>
                <a:latin typeface="HSE Sans" panose="02000000000000000000" pitchFamily="2" charset="0"/>
              </a:rPr>
              <a:t>Federation</a:t>
            </a:r>
            <a:endParaRPr lang="en-CN" sz="1000" dirty="0">
              <a:highlight>
                <a:srgbClr val="FF00FF"/>
              </a:highlight>
              <a:latin typeface="HSE Sans" panose="02000000000000000000" pitchFamily="2" charset="0"/>
            </a:endParaRPr>
          </a:p>
        </p:txBody>
      </p:sp>
      <p:sp>
        <p:nvSpPr>
          <p:cNvPr id="42" name="TextBox 41">
            <a:extLst>
              <a:ext uri="{FF2B5EF4-FFF2-40B4-BE49-F238E27FC236}">
                <a16:creationId xmlns:a16="http://schemas.microsoft.com/office/drawing/2014/main" id="{B62634D9-F343-7ED9-CF3C-94068B0F7134}"/>
              </a:ext>
            </a:extLst>
          </p:cNvPr>
          <p:cNvSpPr txBox="1"/>
          <p:nvPr/>
        </p:nvSpPr>
        <p:spPr>
          <a:xfrm>
            <a:off x="281272" y="4138212"/>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8)</a:t>
            </a:r>
            <a:endParaRPr lang="en-CN" sz="1000" dirty="0">
              <a:latin typeface="HSE Sans" panose="02000000000000000000" pitchFamily="2" charset="0"/>
            </a:endParaRPr>
          </a:p>
        </p:txBody>
      </p:sp>
      <p:sp>
        <p:nvSpPr>
          <p:cNvPr id="43" name="TextBox 42">
            <a:extLst>
              <a:ext uri="{FF2B5EF4-FFF2-40B4-BE49-F238E27FC236}">
                <a16:creationId xmlns:a16="http://schemas.microsoft.com/office/drawing/2014/main" id="{418E9E0F-B017-E319-F91A-3718041008B8}"/>
              </a:ext>
            </a:extLst>
          </p:cNvPr>
          <p:cNvSpPr txBox="1"/>
          <p:nvPr/>
        </p:nvSpPr>
        <p:spPr>
          <a:xfrm>
            <a:off x="809622" y="4412573"/>
            <a:ext cx="4373313"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the most internationalized university in the Russian Federation</a:t>
            </a:r>
            <a:r>
              <a:rPr lang="en-US" altLang="zh-CN" sz="1000" dirty="0">
                <a:highlight>
                  <a:srgbClr val="FF00FF"/>
                </a:highlight>
                <a:latin typeface="HSE Sans" panose="02000000000000000000" pitchFamily="2" charset="0"/>
              </a:rPr>
              <a:t>.</a:t>
            </a:r>
            <a:endParaRPr lang="en-CN" sz="1000" dirty="0">
              <a:highlight>
                <a:srgbClr val="FF00FF"/>
              </a:highlight>
              <a:latin typeface="HSE Sans" panose="02000000000000000000" pitchFamily="2" charset="0"/>
            </a:endParaRPr>
          </a:p>
        </p:txBody>
      </p:sp>
      <p:sp>
        <p:nvSpPr>
          <p:cNvPr id="44" name="TextBox 43">
            <a:extLst>
              <a:ext uri="{FF2B5EF4-FFF2-40B4-BE49-F238E27FC236}">
                <a16:creationId xmlns:a16="http://schemas.microsoft.com/office/drawing/2014/main" id="{F3AA584C-EBA1-A33C-9D8C-C14733B5D06D}"/>
              </a:ext>
            </a:extLst>
          </p:cNvPr>
          <p:cNvSpPr txBox="1"/>
          <p:nvPr/>
        </p:nvSpPr>
        <p:spPr>
          <a:xfrm>
            <a:off x="281272" y="4405538"/>
            <a:ext cx="694421" cy="246221"/>
          </a:xfrm>
          <a:prstGeom prst="rect">
            <a:avLst/>
          </a:prstGeom>
          <a:noFill/>
        </p:spPr>
        <p:txBody>
          <a:bodyPr wrap="none" rtlCol="0">
            <a:spAutoFit/>
          </a:bodyPr>
          <a:lstStyle/>
          <a:p>
            <a:pPr algn="l"/>
            <a:r>
              <a:rPr lang="en-US" altLang="zh-CN" sz="1000" dirty="0">
                <a:latin typeface="HSE Sans" panose="02000000000000000000" pitchFamily="2" charset="0"/>
              </a:rPr>
              <a:t>(Round</a:t>
            </a:r>
            <a:r>
              <a:rPr lang="zh-CN" altLang="en-US" sz="1000" dirty="0">
                <a:latin typeface="HSE Sans" panose="02000000000000000000" pitchFamily="2" charset="0"/>
              </a:rPr>
              <a:t> </a:t>
            </a:r>
            <a:r>
              <a:rPr lang="en-US" altLang="zh-CN" sz="1000" dirty="0">
                <a:latin typeface="HSE Sans" panose="02000000000000000000" pitchFamily="2" charset="0"/>
              </a:rPr>
              <a:t>9)</a:t>
            </a:r>
            <a:endParaRPr lang="en-CN" sz="1000" dirty="0">
              <a:latin typeface="HSE Sans" panose="02000000000000000000" pitchFamily="2" charset="0"/>
            </a:endParaRPr>
          </a:p>
        </p:txBody>
      </p:sp>
      <p:cxnSp>
        <p:nvCxnSpPr>
          <p:cNvPr id="48" name="Elbow Connector 47">
            <a:extLst>
              <a:ext uri="{FF2B5EF4-FFF2-40B4-BE49-F238E27FC236}">
                <a16:creationId xmlns:a16="http://schemas.microsoft.com/office/drawing/2014/main" id="{D64DCAF3-430E-48AE-286F-A0679D3C21DC}"/>
              </a:ext>
            </a:extLst>
          </p:cNvPr>
          <p:cNvCxnSpPr>
            <a:endCxn id="21" idx="3"/>
          </p:cNvCxnSpPr>
          <p:nvPr/>
        </p:nvCxnSpPr>
        <p:spPr>
          <a:xfrm rot="10800000" flipV="1">
            <a:off x="2358487" y="1883044"/>
            <a:ext cx="2969270" cy="872814"/>
          </a:xfrm>
          <a:prstGeom prst="bentConnector3">
            <a:avLst>
              <a:gd name="adj1" fmla="val 545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00D4AEF8-1882-102E-2977-05A48757CA98}"/>
              </a:ext>
            </a:extLst>
          </p:cNvPr>
          <p:cNvCxnSpPr>
            <a:endCxn id="23" idx="3"/>
          </p:cNvCxnSpPr>
          <p:nvPr/>
        </p:nvCxnSpPr>
        <p:spPr>
          <a:xfrm rot="10800000" flipV="1">
            <a:off x="3272199" y="1866512"/>
            <a:ext cx="2055558" cy="11426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61D54B4F-7F12-7CEB-7888-38EBA8555D8B}"/>
              </a:ext>
            </a:extLst>
          </p:cNvPr>
          <p:cNvCxnSpPr>
            <a:endCxn id="25" idx="3"/>
          </p:cNvCxnSpPr>
          <p:nvPr/>
        </p:nvCxnSpPr>
        <p:spPr>
          <a:xfrm rot="10800000" flipV="1">
            <a:off x="3810809" y="1866513"/>
            <a:ext cx="1516949" cy="1388822"/>
          </a:xfrm>
          <a:prstGeom prst="bentConnector3">
            <a:avLst>
              <a:gd name="adj1" fmla="val 6792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a:extLst>
              <a:ext uri="{FF2B5EF4-FFF2-40B4-BE49-F238E27FC236}">
                <a16:creationId xmlns:a16="http://schemas.microsoft.com/office/drawing/2014/main" id="{E424ABDA-DB81-2EAC-831F-228E70219450}"/>
              </a:ext>
            </a:extLst>
          </p:cNvPr>
          <p:cNvCxnSpPr>
            <a:endCxn id="27" idx="3"/>
          </p:cNvCxnSpPr>
          <p:nvPr/>
        </p:nvCxnSpPr>
        <p:spPr>
          <a:xfrm rot="5400000">
            <a:off x="3815509" y="2003378"/>
            <a:ext cx="1632582" cy="13919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E3354269-1CBB-A733-8F44-E7804995BEC2}"/>
              </a:ext>
            </a:extLst>
          </p:cNvPr>
          <p:cNvCxnSpPr>
            <a:endCxn id="29" idx="3"/>
          </p:cNvCxnSpPr>
          <p:nvPr/>
        </p:nvCxnSpPr>
        <p:spPr>
          <a:xfrm rot="5400000">
            <a:off x="3790671" y="2231796"/>
            <a:ext cx="1885838" cy="11883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57">
            <a:extLst>
              <a:ext uri="{FF2B5EF4-FFF2-40B4-BE49-F238E27FC236}">
                <a16:creationId xmlns:a16="http://schemas.microsoft.com/office/drawing/2014/main" id="{43E2DEA3-1919-6411-0573-4A5E0AE69067}"/>
              </a:ext>
            </a:extLst>
          </p:cNvPr>
          <p:cNvCxnSpPr>
            <a:endCxn id="39" idx="3"/>
          </p:cNvCxnSpPr>
          <p:nvPr/>
        </p:nvCxnSpPr>
        <p:spPr>
          <a:xfrm rot="5400000">
            <a:off x="3875129" y="2562474"/>
            <a:ext cx="2132058" cy="7731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1D29BD1F-5F44-0F85-74B5-32CF433C7094}"/>
              </a:ext>
            </a:extLst>
          </p:cNvPr>
          <p:cNvCxnSpPr>
            <a:endCxn id="41" idx="3"/>
          </p:cNvCxnSpPr>
          <p:nvPr/>
        </p:nvCxnSpPr>
        <p:spPr>
          <a:xfrm rot="5400000">
            <a:off x="4059009" y="2974911"/>
            <a:ext cx="2385314" cy="2015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Elbow Connector 61">
            <a:extLst>
              <a:ext uri="{FF2B5EF4-FFF2-40B4-BE49-F238E27FC236}">
                <a16:creationId xmlns:a16="http://schemas.microsoft.com/office/drawing/2014/main" id="{CF4012BD-5C58-8A28-DB9C-3E1DEF4C0524}"/>
              </a:ext>
            </a:extLst>
          </p:cNvPr>
          <p:cNvCxnSpPr>
            <a:cxnSpLocks/>
          </p:cNvCxnSpPr>
          <p:nvPr/>
        </p:nvCxnSpPr>
        <p:spPr>
          <a:xfrm rot="5400000">
            <a:off x="3947361" y="3116055"/>
            <a:ext cx="2652640" cy="1695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a:extLst>
              <a:ext uri="{FF2B5EF4-FFF2-40B4-BE49-F238E27FC236}">
                <a16:creationId xmlns:a16="http://schemas.microsoft.com/office/drawing/2014/main" id="{C5D61A71-9563-4BAA-FC9C-62D135FC11C4}"/>
              </a:ext>
            </a:extLst>
          </p:cNvPr>
          <p:cNvCxnSpPr>
            <a:stCxn id="20" idx="1"/>
          </p:cNvCxnSpPr>
          <p:nvPr/>
        </p:nvCxnSpPr>
        <p:spPr>
          <a:xfrm rot="10800000" flipH="1">
            <a:off x="287727" y="1750736"/>
            <a:ext cx="5108760" cy="737796"/>
          </a:xfrm>
          <a:prstGeom prst="bentConnector3">
            <a:avLst>
              <a:gd name="adj1" fmla="val -44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a:extLst>
              <a:ext uri="{FF2B5EF4-FFF2-40B4-BE49-F238E27FC236}">
                <a16:creationId xmlns:a16="http://schemas.microsoft.com/office/drawing/2014/main" id="{21E12181-0AF1-D71A-3A28-073096F426E5}"/>
              </a:ext>
            </a:extLst>
          </p:cNvPr>
          <p:cNvCxnSpPr>
            <a:stCxn id="22" idx="1"/>
          </p:cNvCxnSpPr>
          <p:nvPr/>
        </p:nvCxnSpPr>
        <p:spPr>
          <a:xfrm rot="10800000" flipH="1">
            <a:off x="287727" y="1750737"/>
            <a:ext cx="5108760" cy="998087"/>
          </a:xfrm>
          <a:prstGeom prst="bentConnector3">
            <a:avLst>
              <a:gd name="adj1" fmla="val -44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8BA0851D-71ED-86E5-F4DA-BAF481175EC0}"/>
              </a:ext>
            </a:extLst>
          </p:cNvPr>
          <p:cNvCxnSpPr>
            <a:stCxn id="24" idx="1"/>
          </p:cNvCxnSpPr>
          <p:nvPr/>
        </p:nvCxnSpPr>
        <p:spPr>
          <a:xfrm rot="10800000" flipH="1">
            <a:off x="287727" y="1759935"/>
            <a:ext cx="5108760" cy="1242145"/>
          </a:xfrm>
          <a:prstGeom prst="bentConnector3">
            <a:avLst>
              <a:gd name="adj1" fmla="val -44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Elbow Connector 71">
            <a:extLst>
              <a:ext uri="{FF2B5EF4-FFF2-40B4-BE49-F238E27FC236}">
                <a16:creationId xmlns:a16="http://schemas.microsoft.com/office/drawing/2014/main" id="{90FB2845-6B9D-FC03-FAF2-5CDE3B81274A}"/>
              </a:ext>
            </a:extLst>
          </p:cNvPr>
          <p:cNvCxnSpPr>
            <a:stCxn id="26" idx="1"/>
          </p:cNvCxnSpPr>
          <p:nvPr/>
        </p:nvCxnSpPr>
        <p:spPr>
          <a:xfrm rot="10800000" flipH="1">
            <a:off x="287727" y="1759936"/>
            <a:ext cx="5108760" cy="1488365"/>
          </a:xfrm>
          <a:prstGeom prst="bentConnector3">
            <a:avLst>
              <a:gd name="adj1" fmla="val -44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a16="http://schemas.microsoft.com/office/drawing/2014/main" id="{2DC669BF-A642-5D8B-6E9D-3F94E17DCB39}"/>
              </a:ext>
            </a:extLst>
          </p:cNvPr>
          <p:cNvCxnSpPr>
            <a:stCxn id="28" idx="1"/>
          </p:cNvCxnSpPr>
          <p:nvPr/>
        </p:nvCxnSpPr>
        <p:spPr>
          <a:xfrm rot="10800000" flipH="1">
            <a:off x="287727" y="1768621"/>
            <a:ext cx="5108760" cy="1739971"/>
          </a:xfrm>
          <a:prstGeom prst="bentConnector3">
            <a:avLst>
              <a:gd name="adj1" fmla="val -44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Elbow Connector 75">
            <a:extLst>
              <a:ext uri="{FF2B5EF4-FFF2-40B4-BE49-F238E27FC236}">
                <a16:creationId xmlns:a16="http://schemas.microsoft.com/office/drawing/2014/main" id="{EA328621-6DA7-4C46-2619-AA7F8B373445}"/>
              </a:ext>
            </a:extLst>
          </p:cNvPr>
          <p:cNvCxnSpPr>
            <a:stCxn id="30" idx="1"/>
          </p:cNvCxnSpPr>
          <p:nvPr/>
        </p:nvCxnSpPr>
        <p:spPr>
          <a:xfrm rot="10800000" flipH="1">
            <a:off x="287727" y="1768621"/>
            <a:ext cx="5108760" cy="1993227"/>
          </a:xfrm>
          <a:prstGeom prst="bentConnector3">
            <a:avLst>
              <a:gd name="adj1" fmla="val -44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FFF4AEF3-607E-C063-32C5-BCF6BCD9012F}"/>
              </a:ext>
            </a:extLst>
          </p:cNvPr>
          <p:cNvCxnSpPr>
            <a:stCxn id="40" idx="1"/>
          </p:cNvCxnSpPr>
          <p:nvPr/>
        </p:nvCxnSpPr>
        <p:spPr>
          <a:xfrm rot="10800000" flipH="1">
            <a:off x="281271" y="1759935"/>
            <a:ext cx="5115215" cy="2248132"/>
          </a:xfrm>
          <a:prstGeom prst="bentConnector3">
            <a:avLst>
              <a:gd name="adj1" fmla="val -446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98C6F954-B3E2-6674-C984-B9F5EEA823D4}"/>
              </a:ext>
            </a:extLst>
          </p:cNvPr>
          <p:cNvCxnSpPr>
            <a:stCxn id="42" idx="1"/>
          </p:cNvCxnSpPr>
          <p:nvPr/>
        </p:nvCxnSpPr>
        <p:spPr>
          <a:xfrm rot="10800000" flipH="1">
            <a:off x="281271" y="1759935"/>
            <a:ext cx="5115215" cy="2501388"/>
          </a:xfrm>
          <a:prstGeom prst="bentConnector3">
            <a:avLst>
              <a:gd name="adj1" fmla="val -446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CF7803AE-9E39-6B56-973B-48265FC319D0}"/>
              </a:ext>
            </a:extLst>
          </p:cNvPr>
          <p:cNvCxnSpPr>
            <a:cxnSpLocks/>
          </p:cNvCxnSpPr>
          <p:nvPr/>
        </p:nvCxnSpPr>
        <p:spPr>
          <a:xfrm rot="10800000" flipH="1">
            <a:off x="256573" y="1764077"/>
            <a:ext cx="5139913" cy="2760029"/>
          </a:xfrm>
          <a:prstGeom prst="bentConnector3">
            <a:avLst>
              <a:gd name="adj1" fmla="val -4448"/>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612E86C1-16D0-3229-EF50-D5FF97FD41FD}"/>
              </a:ext>
            </a:extLst>
          </p:cNvPr>
          <p:cNvSpPr txBox="1"/>
          <p:nvPr/>
        </p:nvSpPr>
        <p:spPr>
          <a:xfrm>
            <a:off x="7256317" y="1343592"/>
            <a:ext cx="391454" cy="461665"/>
          </a:xfrm>
          <a:prstGeom prst="rect">
            <a:avLst/>
          </a:prstGeom>
          <a:noFill/>
        </p:spPr>
        <p:txBody>
          <a:bodyPr wrap="none" rtlCol="0">
            <a:spAutoFit/>
          </a:bodyPr>
          <a:lstStyle/>
          <a:p>
            <a:pPr algn="l"/>
            <a:r>
              <a:rPr lang="en-US" altLang="zh-CN" sz="2400" dirty="0">
                <a:latin typeface="HSE Sans" panose="02000000000000000000" pitchFamily="2" charset="0"/>
              </a:rPr>
              <a:t>Q</a:t>
            </a:r>
            <a:endParaRPr lang="en-CN" sz="2400" dirty="0">
              <a:latin typeface="HSE Sans" panose="02000000000000000000" pitchFamily="2" charset="0"/>
            </a:endParaRPr>
          </a:p>
        </p:txBody>
      </p:sp>
      <p:sp>
        <p:nvSpPr>
          <p:cNvPr id="84" name="Rectangle 83">
            <a:extLst>
              <a:ext uri="{FF2B5EF4-FFF2-40B4-BE49-F238E27FC236}">
                <a16:creationId xmlns:a16="http://schemas.microsoft.com/office/drawing/2014/main" id="{755BFB98-06FD-C58F-B838-96A605D01F21}"/>
              </a:ext>
            </a:extLst>
          </p:cNvPr>
          <p:cNvSpPr/>
          <p:nvPr/>
        </p:nvSpPr>
        <p:spPr>
          <a:xfrm>
            <a:off x="6999088" y="1930709"/>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HSE</a:t>
            </a:r>
            <a:endParaRPr lang="en-CN" dirty="0"/>
          </a:p>
        </p:txBody>
      </p:sp>
      <p:sp>
        <p:nvSpPr>
          <p:cNvPr id="85" name="Rectangle 84">
            <a:extLst>
              <a:ext uri="{FF2B5EF4-FFF2-40B4-BE49-F238E27FC236}">
                <a16:creationId xmlns:a16="http://schemas.microsoft.com/office/drawing/2014/main" id="{AE36EF9D-0290-B4AF-5F6F-6C98F04E1DD6}"/>
              </a:ext>
            </a:extLst>
          </p:cNvPr>
          <p:cNvSpPr/>
          <p:nvPr/>
        </p:nvSpPr>
        <p:spPr>
          <a:xfrm>
            <a:off x="6999088" y="2162598"/>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University</a:t>
            </a:r>
            <a:endParaRPr lang="en-CN" dirty="0"/>
          </a:p>
        </p:txBody>
      </p:sp>
      <p:sp>
        <p:nvSpPr>
          <p:cNvPr id="86" name="Rectangle 85">
            <a:extLst>
              <a:ext uri="{FF2B5EF4-FFF2-40B4-BE49-F238E27FC236}">
                <a16:creationId xmlns:a16="http://schemas.microsoft.com/office/drawing/2014/main" id="{59F1788B-D88D-F5C0-2B1A-E079B2CC34E8}"/>
              </a:ext>
            </a:extLst>
          </p:cNvPr>
          <p:cNvSpPr/>
          <p:nvPr/>
        </p:nvSpPr>
        <p:spPr>
          <a:xfrm>
            <a:off x="6999088" y="2392374"/>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CN" dirty="0"/>
              <a:t>is</a:t>
            </a: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E975BA6-EAE1-74D0-3AD4-5ECE9E72F05D}"/>
                  </a:ext>
                </a:extLst>
              </p:cNvPr>
              <p:cNvSpPr txBox="1"/>
              <p:nvPr/>
            </p:nvSpPr>
            <p:spPr>
              <a:xfrm>
                <a:off x="9016453" y="1343592"/>
                <a:ext cx="641842" cy="461665"/>
              </a:xfrm>
              <a:prstGeom prst="rect">
                <a:avLst/>
              </a:prstGeom>
              <a:noFill/>
            </p:spPr>
            <p:txBody>
              <a:bodyPr wrap="none" rtlCol="0">
                <a:spAutoFit/>
              </a:bodyPr>
              <a:lstStyle/>
              <a:p>
                <a:pPr algn="l"/>
                <a14:m>
                  <m:oMathPara xmlns:m="http://schemas.openxmlformats.org/officeDocument/2006/math">
                    <m:oMath>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𝐾</m:t>
                          </m:r>
                        </m:e>
                        <m:sup>
                          <m:r>
                            <a:rPr lang="en-US" altLang="zh-CN" sz="2400" b="0" i="1" dirty="0" smtClean="0">
                              <a:latin typeface="Cambria Math" panose="02040503050406030204" pitchFamily="18" charset="0"/>
                            </a:rPr>
                            <m:t>𝑇</m:t>
                          </m:r>
                        </m:sup>
                      </m:sSup>
                    </m:oMath>
                  </m:oMathPara>
                </a14:m>
                <a:endParaRPr lang="en-CN" sz="2400" dirty="0">
                  <a:latin typeface="HSE Sans" panose="02000000000000000000" pitchFamily="2" charset="0"/>
                </a:endParaRPr>
              </a:p>
            </p:txBody>
          </p:sp>
        </mc:Choice>
        <mc:Fallback xmlns="">
          <p:sp>
            <p:nvSpPr>
              <p:cNvPr id="87" name="TextBox 86">
                <a:extLst>
                  <a:ext uri="{FF2B5EF4-FFF2-40B4-BE49-F238E27FC236}">
                    <a16:creationId xmlns:a16="http://schemas.microsoft.com/office/drawing/2014/main" id="{6E975BA6-EAE1-74D0-3AD4-5ECE9E72F05D}"/>
                  </a:ext>
                </a:extLst>
              </p:cNvPr>
              <p:cNvSpPr txBox="1">
                <a:spLocks noRot="1" noChangeAspect="1" noMove="1" noResize="1" noEditPoints="1" noAdjustHandles="1" noChangeArrowheads="1" noChangeShapeType="1" noTextEdit="1"/>
              </p:cNvSpPr>
              <p:nvPr/>
            </p:nvSpPr>
            <p:spPr>
              <a:xfrm>
                <a:off x="9016453" y="1343592"/>
                <a:ext cx="641842" cy="461665"/>
              </a:xfrm>
              <a:prstGeom prst="rect">
                <a:avLst/>
              </a:prstGeom>
              <a:blipFill>
                <a:blip r:embed="rId3"/>
                <a:stretch>
                  <a:fillRect/>
                </a:stretch>
              </a:blipFill>
            </p:spPr>
            <p:txBody>
              <a:bodyPr/>
              <a:lstStyle/>
              <a:p>
                <a:r>
                  <a:rPr lang="en-CN">
                    <a:noFill/>
                  </a:rPr>
                  <a:t> </a:t>
                </a:r>
              </a:p>
            </p:txBody>
          </p:sp>
        </mc:Fallback>
      </mc:AlternateContent>
      <p:sp>
        <p:nvSpPr>
          <p:cNvPr id="88" name="Rectangle 87">
            <a:extLst>
              <a:ext uri="{FF2B5EF4-FFF2-40B4-BE49-F238E27FC236}">
                <a16:creationId xmlns:a16="http://schemas.microsoft.com/office/drawing/2014/main" id="{63060A8A-D630-7D5D-9EC7-D60FA5B728E5}"/>
              </a:ext>
            </a:extLst>
          </p:cNvPr>
          <p:cNvSpPr/>
          <p:nvPr/>
        </p:nvSpPr>
        <p:spPr>
          <a:xfrm rot="16200000">
            <a:off x="8401934" y="2238053"/>
            <a:ext cx="1150191"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HSE</a:t>
            </a:r>
            <a:endParaRPr lang="en-CN" dirty="0"/>
          </a:p>
        </p:txBody>
      </p:sp>
      <p:sp>
        <p:nvSpPr>
          <p:cNvPr id="89" name="Rectangle 88">
            <a:extLst>
              <a:ext uri="{FF2B5EF4-FFF2-40B4-BE49-F238E27FC236}">
                <a16:creationId xmlns:a16="http://schemas.microsoft.com/office/drawing/2014/main" id="{FC14CEE6-CA23-A715-860A-8D4A6E73F6B3}"/>
              </a:ext>
            </a:extLst>
          </p:cNvPr>
          <p:cNvSpPr/>
          <p:nvPr/>
        </p:nvSpPr>
        <p:spPr>
          <a:xfrm rot="16200000">
            <a:off x="8633523" y="2237753"/>
            <a:ext cx="1150793"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University</a:t>
            </a:r>
            <a:endParaRPr lang="en-CN" dirty="0"/>
          </a:p>
        </p:txBody>
      </p:sp>
      <p:sp>
        <p:nvSpPr>
          <p:cNvPr id="90" name="Rectangle 89">
            <a:extLst>
              <a:ext uri="{FF2B5EF4-FFF2-40B4-BE49-F238E27FC236}">
                <a16:creationId xmlns:a16="http://schemas.microsoft.com/office/drawing/2014/main" id="{F4FD4717-3CE6-B053-0A5D-5519F95F8B8B}"/>
              </a:ext>
            </a:extLst>
          </p:cNvPr>
          <p:cNvSpPr/>
          <p:nvPr/>
        </p:nvSpPr>
        <p:spPr>
          <a:xfrm rot="16200000">
            <a:off x="8865414" y="2237752"/>
            <a:ext cx="1150791"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is</a:t>
            </a:r>
            <a:endParaRPr lang="en-CN" dirty="0"/>
          </a:p>
        </p:txBody>
      </p:sp>
      <p:sp>
        <p:nvSpPr>
          <p:cNvPr id="91" name="TextBox 90">
            <a:extLst>
              <a:ext uri="{FF2B5EF4-FFF2-40B4-BE49-F238E27FC236}">
                <a16:creationId xmlns:a16="http://schemas.microsoft.com/office/drawing/2014/main" id="{AC414DC3-552D-C233-CF84-1C214FB48882}"/>
              </a:ext>
            </a:extLst>
          </p:cNvPr>
          <p:cNvSpPr txBox="1"/>
          <p:nvPr/>
        </p:nvSpPr>
        <p:spPr>
          <a:xfrm>
            <a:off x="8360132" y="2181040"/>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92" name="TextBox 91">
            <a:extLst>
              <a:ext uri="{FF2B5EF4-FFF2-40B4-BE49-F238E27FC236}">
                <a16:creationId xmlns:a16="http://schemas.microsoft.com/office/drawing/2014/main" id="{CFEC758E-DD39-E5BC-F8F2-AF46ABAF297F}"/>
              </a:ext>
            </a:extLst>
          </p:cNvPr>
          <p:cNvSpPr txBox="1"/>
          <p:nvPr/>
        </p:nvSpPr>
        <p:spPr>
          <a:xfrm>
            <a:off x="6018483" y="4068844"/>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98" name="Rectangle 97">
            <a:extLst>
              <a:ext uri="{FF2B5EF4-FFF2-40B4-BE49-F238E27FC236}">
                <a16:creationId xmlns:a16="http://schemas.microsoft.com/office/drawing/2014/main" id="{F3354144-D996-5D3C-88BF-7BB36C994E36}"/>
              </a:ext>
            </a:extLst>
          </p:cNvPr>
          <p:cNvSpPr/>
          <p:nvPr/>
        </p:nvSpPr>
        <p:spPr>
          <a:xfrm>
            <a:off x="6503060" y="3800308"/>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University/HSE</a:t>
            </a:r>
            <a:endParaRPr lang="en-CN" dirty="0"/>
          </a:p>
        </p:txBody>
      </p:sp>
      <p:sp>
        <p:nvSpPr>
          <p:cNvPr id="104" name="Rectangle 103">
            <a:extLst>
              <a:ext uri="{FF2B5EF4-FFF2-40B4-BE49-F238E27FC236}">
                <a16:creationId xmlns:a16="http://schemas.microsoft.com/office/drawing/2014/main" id="{C243994E-F120-F651-5668-5A58CB5B35D8}"/>
              </a:ext>
            </a:extLst>
          </p:cNvPr>
          <p:cNvSpPr/>
          <p:nvPr/>
        </p:nvSpPr>
        <p:spPr>
          <a:xfrm>
            <a:off x="6503060" y="3076765"/>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HSE</a:t>
            </a:r>
          </a:p>
          <a:p>
            <a:pPr algn="ctr"/>
            <a:r>
              <a:rPr lang="en-US" altLang="zh-CN" dirty="0"/>
              <a:t>/HSE</a:t>
            </a:r>
            <a:endParaRPr lang="en-CN" dirty="0"/>
          </a:p>
        </p:txBody>
      </p:sp>
      <p:sp>
        <p:nvSpPr>
          <p:cNvPr id="105" name="Rectangle 104">
            <a:extLst>
              <a:ext uri="{FF2B5EF4-FFF2-40B4-BE49-F238E27FC236}">
                <a16:creationId xmlns:a16="http://schemas.microsoft.com/office/drawing/2014/main" id="{F85202BE-CB88-B9F2-9078-303E2F2B2A8A}"/>
              </a:ext>
            </a:extLst>
          </p:cNvPr>
          <p:cNvSpPr/>
          <p:nvPr/>
        </p:nvSpPr>
        <p:spPr>
          <a:xfrm>
            <a:off x="6503060" y="4525546"/>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is/HSE</a:t>
            </a:r>
            <a:endParaRPr lang="en-CN" dirty="0"/>
          </a:p>
        </p:txBody>
      </p:sp>
      <p:sp>
        <p:nvSpPr>
          <p:cNvPr id="106" name="Rectangle 105">
            <a:extLst>
              <a:ext uri="{FF2B5EF4-FFF2-40B4-BE49-F238E27FC236}">
                <a16:creationId xmlns:a16="http://schemas.microsoft.com/office/drawing/2014/main" id="{0BA6FE52-733A-F8CD-7FDA-304C941142E2}"/>
              </a:ext>
            </a:extLst>
          </p:cNvPr>
          <p:cNvSpPr/>
          <p:nvPr/>
        </p:nvSpPr>
        <p:spPr>
          <a:xfrm>
            <a:off x="7447186" y="3800308"/>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University/University</a:t>
            </a:r>
            <a:endParaRPr lang="en-CN" dirty="0"/>
          </a:p>
        </p:txBody>
      </p:sp>
      <p:sp>
        <p:nvSpPr>
          <p:cNvPr id="107" name="Rectangle 106">
            <a:extLst>
              <a:ext uri="{FF2B5EF4-FFF2-40B4-BE49-F238E27FC236}">
                <a16:creationId xmlns:a16="http://schemas.microsoft.com/office/drawing/2014/main" id="{86723260-8964-C4A5-8C5E-1A970AFFBF9E}"/>
              </a:ext>
            </a:extLst>
          </p:cNvPr>
          <p:cNvSpPr/>
          <p:nvPr/>
        </p:nvSpPr>
        <p:spPr>
          <a:xfrm>
            <a:off x="7447186" y="3076765"/>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solidFill>
                  <a:srgbClr val="FF0000"/>
                </a:solidFill>
              </a:rPr>
              <a:t>mask</a:t>
            </a:r>
            <a:endParaRPr lang="en-CN" dirty="0">
              <a:solidFill>
                <a:srgbClr val="FF0000"/>
              </a:solidFill>
            </a:endParaRPr>
          </a:p>
        </p:txBody>
      </p:sp>
      <p:sp>
        <p:nvSpPr>
          <p:cNvPr id="108" name="Rectangle 107">
            <a:extLst>
              <a:ext uri="{FF2B5EF4-FFF2-40B4-BE49-F238E27FC236}">
                <a16:creationId xmlns:a16="http://schemas.microsoft.com/office/drawing/2014/main" id="{88034416-DD8D-7DF0-39E0-B263DB0BF411}"/>
              </a:ext>
            </a:extLst>
          </p:cNvPr>
          <p:cNvSpPr/>
          <p:nvPr/>
        </p:nvSpPr>
        <p:spPr>
          <a:xfrm>
            <a:off x="7447186" y="4525546"/>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is/University</a:t>
            </a:r>
            <a:endParaRPr lang="en-CN" dirty="0"/>
          </a:p>
        </p:txBody>
      </p:sp>
      <p:sp>
        <p:nvSpPr>
          <p:cNvPr id="109" name="Rectangle 108">
            <a:extLst>
              <a:ext uri="{FF2B5EF4-FFF2-40B4-BE49-F238E27FC236}">
                <a16:creationId xmlns:a16="http://schemas.microsoft.com/office/drawing/2014/main" id="{C653A98E-7C21-926B-49B9-4908375A9DC3}"/>
              </a:ext>
            </a:extLst>
          </p:cNvPr>
          <p:cNvSpPr/>
          <p:nvPr/>
        </p:nvSpPr>
        <p:spPr>
          <a:xfrm>
            <a:off x="8380738" y="3800308"/>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solidFill>
                  <a:srgbClr val="FF0000"/>
                </a:solidFill>
              </a:rPr>
              <a:t>mask</a:t>
            </a:r>
            <a:endParaRPr lang="en-CN" dirty="0">
              <a:solidFill>
                <a:srgbClr val="FF0000"/>
              </a:solidFill>
            </a:endParaRPr>
          </a:p>
        </p:txBody>
      </p:sp>
      <p:sp>
        <p:nvSpPr>
          <p:cNvPr id="110" name="Rectangle 109">
            <a:extLst>
              <a:ext uri="{FF2B5EF4-FFF2-40B4-BE49-F238E27FC236}">
                <a16:creationId xmlns:a16="http://schemas.microsoft.com/office/drawing/2014/main" id="{74C28430-F5E5-3FF9-9459-874013C9FB23}"/>
              </a:ext>
            </a:extLst>
          </p:cNvPr>
          <p:cNvSpPr/>
          <p:nvPr/>
        </p:nvSpPr>
        <p:spPr>
          <a:xfrm>
            <a:off x="8380738" y="3076765"/>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solidFill>
                  <a:srgbClr val="FF0000"/>
                </a:solidFill>
              </a:rPr>
              <a:t>mask</a:t>
            </a:r>
            <a:endParaRPr lang="en-CN" dirty="0">
              <a:solidFill>
                <a:srgbClr val="FF0000"/>
              </a:solidFill>
            </a:endParaRPr>
          </a:p>
        </p:txBody>
      </p:sp>
      <p:sp>
        <p:nvSpPr>
          <p:cNvPr id="111" name="Rectangle 110">
            <a:extLst>
              <a:ext uri="{FF2B5EF4-FFF2-40B4-BE49-F238E27FC236}">
                <a16:creationId xmlns:a16="http://schemas.microsoft.com/office/drawing/2014/main" id="{E656151A-884F-BE5D-3551-15287F240D46}"/>
              </a:ext>
            </a:extLst>
          </p:cNvPr>
          <p:cNvSpPr/>
          <p:nvPr/>
        </p:nvSpPr>
        <p:spPr>
          <a:xfrm>
            <a:off x="8380738" y="4525546"/>
            <a:ext cx="944126" cy="7235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is/is</a:t>
            </a:r>
            <a:endParaRPr lang="en-CN" dirty="0"/>
          </a:p>
        </p:txBody>
      </p:sp>
      <p:sp>
        <p:nvSpPr>
          <p:cNvPr id="112" name="TextBox 111">
            <a:extLst>
              <a:ext uri="{FF2B5EF4-FFF2-40B4-BE49-F238E27FC236}">
                <a16:creationId xmlns:a16="http://schemas.microsoft.com/office/drawing/2014/main" id="{5C4CBDE9-9CF8-5799-A5EE-D68BF4264906}"/>
              </a:ext>
            </a:extLst>
          </p:cNvPr>
          <p:cNvSpPr txBox="1"/>
          <p:nvPr/>
        </p:nvSpPr>
        <p:spPr>
          <a:xfrm>
            <a:off x="9535930" y="4107662"/>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113" name="TextBox 112">
            <a:extLst>
              <a:ext uri="{FF2B5EF4-FFF2-40B4-BE49-F238E27FC236}">
                <a16:creationId xmlns:a16="http://schemas.microsoft.com/office/drawing/2014/main" id="{F620B530-9824-82A2-BB52-3F7A549AE949}"/>
              </a:ext>
            </a:extLst>
          </p:cNvPr>
          <p:cNvSpPr txBox="1"/>
          <p:nvPr/>
        </p:nvSpPr>
        <p:spPr>
          <a:xfrm>
            <a:off x="10372512" y="3335651"/>
            <a:ext cx="359394" cy="461665"/>
          </a:xfrm>
          <a:prstGeom prst="rect">
            <a:avLst/>
          </a:prstGeom>
          <a:noFill/>
        </p:spPr>
        <p:txBody>
          <a:bodyPr wrap="none" rtlCol="0">
            <a:spAutoFit/>
          </a:bodyPr>
          <a:lstStyle/>
          <a:p>
            <a:pPr algn="l"/>
            <a:r>
              <a:rPr lang="en-US" altLang="zh-CN" sz="2400" dirty="0">
                <a:latin typeface="HSE Sans" panose="02000000000000000000" pitchFamily="2" charset="0"/>
              </a:rPr>
              <a:t>V</a:t>
            </a:r>
            <a:endParaRPr lang="en-CN" sz="2400" dirty="0">
              <a:latin typeface="HSE Sans" panose="02000000000000000000" pitchFamily="2" charset="0"/>
            </a:endParaRPr>
          </a:p>
        </p:txBody>
      </p:sp>
      <p:sp>
        <p:nvSpPr>
          <p:cNvPr id="114" name="Rectangle 113">
            <a:extLst>
              <a:ext uri="{FF2B5EF4-FFF2-40B4-BE49-F238E27FC236}">
                <a16:creationId xmlns:a16="http://schemas.microsoft.com/office/drawing/2014/main" id="{185DFB6A-BBB9-CAD6-632A-6BA2564003F7}"/>
              </a:ext>
            </a:extLst>
          </p:cNvPr>
          <p:cNvSpPr/>
          <p:nvPr/>
        </p:nvSpPr>
        <p:spPr>
          <a:xfrm>
            <a:off x="10115283" y="3922768"/>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HSE</a:t>
            </a:r>
            <a:endParaRPr lang="en-CN" dirty="0"/>
          </a:p>
        </p:txBody>
      </p:sp>
      <p:sp>
        <p:nvSpPr>
          <p:cNvPr id="115" name="Rectangle 114">
            <a:extLst>
              <a:ext uri="{FF2B5EF4-FFF2-40B4-BE49-F238E27FC236}">
                <a16:creationId xmlns:a16="http://schemas.microsoft.com/office/drawing/2014/main" id="{8B13FC45-FC97-80B0-3DAE-92E126B906B9}"/>
              </a:ext>
            </a:extLst>
          </p:cNvPr>
          <p:cNvSpPr/>
          <p:nvPr/>
        </p:nvSpPr>
        <p:spPr>
          <a:xfrm>
            <a:off x="10115283" y="4154657"/>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University</a:t>
            </a:r>
            <a:endParaRPr lang="en-CN" dirty="0"/>
          </a:p>
        </p:txBody>
      </p:sp>
      <p:sp>
        <p:nvSpPr>
          <p:cNvPr id="116" name="Rectangle 115">
            <a:extLst>
              <a:ext uri="{FF2B5EF4-FFF2-40B4-BE49-F238E27FC236}">
                <a16:creationId xmlns:a16="http://schemas.microsoft.com/office/drawing/2014/main" id="{FD507EBD-02BB-C2BA-6D20-2CBE4C385A80}"/>
              </a:ext>
            </a:extLst>
          </p:cNvPr>
          <p:cNvSpPr/>
          <p:nvPr/>
        </p:nvSpPr>
        <p:spPr>
          <a:xfrm>
            <a:off x="10115283" y="4384433"/>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CN" dirty="0"/>
              <a:t>is</a:t>
            </a:r>
          </a:p>
        </p:txBody>
      </p:sp>
      <p:sp>
        <p:nvSpPr>
          <p:cNvPr id="117" name="TextBox 116">
            <a:extLst>
              <a:ext uri="{FF2B5EF4-FFF2-40B4-BE49-F238E27FC236}">
                <a16:creationId xmlns:a16="http://schemas.microsoft.com/office/drawing/2014/main" id="{33968C8D-E1AE-72A4-8DED-4501F6DAF8A6}"/>
              </a:ext>
            </a:extLst>
          </p:cNvPr>
          <p:cNvSpPr txBox="1"/>
          <p:nvPr/>
        </p:nvSpPr>
        <p:spPr>
          <a:xfrm>
            <a:off x="6096000" y="5843856"/>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118" name="Rectangle 117">
            <a:extLst>
              <a:ext uri="{FF2B5EF4-FFF2-40B4-BE49-F238E27FC236}">
                <a16:creationId xmlns:a16="http://schemas.microsoft.com/office/drawing/2014/main" id="{FB02882E-D119-A08E-A3DD-CF77E6A916B7}"/>
              </a:ext>
            </a:extLst>
          </p:cNvPr>
          <p:cNvSpPr/>
          <p:nvPr/>
        </p:nvSpPr>
        <p:spPr>
          <a:xfrm>
            <a:off x="6503060" y="5628412"/>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University</a:t>
            </a:r>
            <a:endParaRPr lang="en-CN" dirty="0"/>
          </a:p>
        </p:txBody>
      </p:sp>
      <p:sp>
        <p:nvSpPr>
          <p:cNvPr id="119" name="Rectangle 118">
            <a:extLst>
              <a:ext uri="{FF2B5EF4-FFF2-40B4-BE49-F238E27FC236}">
                <a16:creationId xmlns:a16="http://schemas.microsoft.com/office/drawing/2014/main" id="{A48F297C-9A8B-FB8F-C876-53BF7EBD3B44}"/>
              </a:ext>
            </a:extLst>
          </p:cNvPr>
          <p:cNvSpPr/>
          <p:nvPr/>
        </p:nvSpPr>
        <p:spPr>
          <a:xfrm>
            <a:off x="6503060" y="5860301"/>
            <a:ext cx="1160174" cy="231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is</a:t>
            </a:r>
            <a:endParaRPr lang="en-CN" dirty="0"/>
          </a:p>
        </p:txBody>
      </p:sp>
      <p:sp>
        <p:nvSpPr>
          <p:cNvPr id="120" name="Rectangle 119">
            <a:extLst>
              <a:ext uri="{FF2B5EF4-FFF2-40B4-BE49-F238E27FC236}">
                <a16:creationId xmlns:a16="http://schemas.microsoft.com/office/drawing/2014/main" id="{7412B668-7141-32F5-2EC9-EF49ACF96D5B}"/>
              </a:ext>
            </a:extLst>
          </p:cNvPr>
          <p:cNvSpPr/>
          <p:nvPr/>
        </p:nvSpPr>
        <p:spPr>
          <a:xfrm>
            <a:off x="6503060" y="6090077"/>
            <a:ext cx="1160174" cy="231889"/>
          </a:xfrm>
          <a:prstGeom prst="rect">
            <a:avLst/>
          </a:prstGeom>
          <a:solidFill>
            <a:srgbClr val="FF00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the</a:t>
            </a:r>
            <a:endParaRPr lang="en-CN" dirty="0"/>
          </a:p>
        </p:txBody>
      </p:sp>
      <p:sp>
        <p:nvSpPr>
          <p:cNvPr id="4" name="TextBox 3">
            <a:extLst>
              <a:ext uri="{FF2B5EF4-FFF2-40B4-BE49-F238E27FC236}">
                <a16:creationId xmlns:a16="http://schemas.microsoft.com/office/drawing/2014/main" id="{2C7F6C2B-2AE6-8992-F35C-0ECD2A863D20}"/>
              </a:ext>
            </a:extLst>
          </p:cNvPr>
          <p:cNvSpPr txBox="1"/>
          <p:nvPr/>
        </p:nvSpPr>
        <p:spPr>
          <a:xfrm>
            <a:off x="6128951" y="877330"/>
            <a:ext cx="184731" cy="246221"/>
          </a:xfrm>
          <a:prstGeom prst="rect">
            <a:avLst/>
          </a:prstGeom>
          <a:noFill/>
        </p:spPr>
        <p:txBody>
          <a:bodyPr wrap="none" rtlCol="0">
            <a:spAutoFit/>
          </a:bodyPr>
          <a:lstStyle/>
          <a:p>
            <a:pPr algn="l"/>
            <a:endParaRPr lang="en-CN" sz="1000" dirty="0">
              <a:latin typeface="HSE Sans" panose="02000000000000000000" pitchFamily="2" charset="0"/>
            </a:endParaRPr>
          </a:p>
        </p:txBody>
      </p:sp>
    </p:spTree>
    <p:extLst>
      <p:ext uri="{BB962C8B-B14F-4D97-AF65-F5344CB8AC3E}">
        <p14:creationId xmlns:p14="http://schemas.microsoft.com/office/powerpoint/2010/main" val="1247343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D5D5-5EA1-0304-AF6A-B4EB2D7CD219}"/>
            </a:ext>
          </a:extLst>
        </p:cNvPr>
        <p:cNvGrpSpPr/>
        <p:nvPr/>
      </p:nvGrpSpPr>
      <p:grpSpPr>
        <a:xfrm>
          <a:off x="0" y="0"/>
          <a:ext cx="0" cy="0"/>
          <a:chOff x="0" y="0"/>
          <a:chExt cx="0" cy="0"/>
        </a:xfrm>
      </p:grpSpPr>
      <p:sp>
        <p:nvSpPr>
          <p:cNvPr id="5" name="Текст 4">
            <a:extLst>
              <a:ext uri="{FF2B5EF4-FFF2-40B4-BE49-F238E27FC236}">
                <a16:creationId xmlns:a16="http://schemas.microsoft.com/office/drawing/2014/main" id="{3C7268DA-518F-C93A-0495-C95DDB47A6C3}"/>
              </a:ext>
            </a:extLst>
          </p:cNvPr>
          <p:cNvSpPr txBox="1">
            <a:spLocks/>
          </p:cNvSpPr>
          <p:nvPr/>
        </p:nvSpPr>
        <p:spPr>
          <a:xfrm>
            <a:off x="1133528" y="502639"/>
            <a:ext cx="4012213"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LLM Inference Process Without KV Cache</a:t>
            </a:r>
            <a:endParaRPr lang="ru-RU" sz="1400" dirty="0"/>
          </a:p>
        </p:txBody>
      </p:sp>
      <p:sp>
        <p:nvSpPr>
          <p:cNvPr id="2" name="TextBox 1">
            <a:extLst>
              <a:ext uri="{FF2B5EF4-FFF2-40B4-BE49-F238E27FC236}">
                <a16:creationId xmlns:a16="http://schemas.microsoft.com/office/drawing/2014/main" id="{52B89456-F0DA-1085-1B22-B0F4F05D04E4}"/>
              </a:ext>
            </a:extLst>
          </p:cNvPr>
          <p:cNvSpPr txBox="1"/>
          <p:nvPr/>
        </p:nvSpPr>
        <p:spPr>
          <a:xfrm>
            <a:off x="2661950" y="986117"/>
            <a:ext cx="7093609" cy="584775"/>
          </a:xfrm>
          <a:prstGeom prst="rect">
            <a:avLst/>
          </a:prstGeom>
          <a:noFill/>
        </p:spPr>
        <p:txBody>
          <a:bodyPr wrap="none" rtlCol="0">
            <a:spAutoFit/>
          </a:bodyPr>
          <a:lstStyle/>
          <a:p>
            <a:r>
              <a:rPr lang="en-US" altLang="zh-CN" sz="1600" dirty="0">
                <a:solidFill>
                  <a:srgbClr val="FF0000"/>
                </a:solidFill>
                <a:latin typeface="HSE Sans" panose="02000000000000000000" pitchFamily="2" charset="0"/>
              </a:rPr>
              <a:t>HSE</a:t>
            </a:r>
            <a:r>
              <a:rPr lang="en-US" altLang="zh-CN" sz="1600" dirty="0">
                <a:latin typeface="HSE Sans" panose="02000000000000000000" pitchFamily="2" charset="0"/>
              </a:rPr>
              <a:t> University is the most internationalized university in the Russian Federation.</a:t>
            </a:r>
          </a:p>
          <a:p>
            <a:r>
              <a:rPr lang="zh-CN" altLang="en-US" sz="1600" dirty="0">
                <a:latin typeface="HSE Sans" panose="02000000000000000000" pitchFamily="2" charset="0"/>
              </a:rPr>
              <a:t> </a:t>
            </a:r>
            <a:r>
              <a:rPr lang="en-US" altLang="zh-CN" sz="1600" dirty="0">
                <a:latin typeface="HSE Sans" panose="02000000000000000000" pitchFamily="2" charset="0"/>
              </a:rPr>
              <a:t>1</a:t>
            </a:r>
            <a:r>
              <a:rPr lang="zh-CN" altLang="en-US" sz="1600" dirty="0">
                <a:latin typeface="HSE Sans" panose="02000000000000000000" pitchFamily="2" charset="0"/>
              </a:rPr>
              <a:t>             </a:t>
            </a:r>
            <a:r>
              <a:rPr lang="en-US" altLang="zh-CN" sz="1600" dirty="0">
                <a:latin typeface="HSE Sans" panose="02000000000000000000" pitchFamily="2" charset="0"/>
              </a:rPr>
              <a:t>2</a:t>
            </a:r>
            <a:r>
              <a:rPr lang="zh-CN" altLang="en-US" sz="1600" dirty="0">
                <a:latin typeface="HSE Sans" panose="02000000000000000000" pitchFamily="2" charset="0"/>
              </a:rPr>
              <a:t>         </a:t>
            </a:r>
            <a:r>
              <a:rPr lang="en-US" altLang="zh-CN" sz="1600" dirty="0">
                <a:latin typeface="HSE Sans" panose="02000000000000000000" pitchFamily="2" charset="0"/>
              </a:rPr>
              <a:t>3</a:t>
            </a:r>
            <a:r>
              <a:rPr lang="zh-CN" altLang="en-US" sz="1600" dirty="0">
                <a:latin typeface="HSE Sans" panose="02000000000000000000" pitchFamily="2" charset="0"/>
              </a:rPr>
              <a:t>   </a:t>
            </a:r>
            <a:r>
              <a:rPr lang="en-US" altLang="zh-CN" sz="1600" dirty="0">
                <a:latin typeface="HSE Sans" panose="02000000000000000000" pitchFamily="2" charset="0"/>
              </a:rPr>
              <a:t>4</a:t>
            </a:r>
            <a:r>
              <a:rPr lang="zh-CN" altLang="en-US" sz="1600" dirty="0">
                <a:latin typeface="HSE Sans" panose="02000000000000000000" pitchFamily="2" charset="0"/>
              </a:rPr>
              <a:t>      </a:t>
            </a:r>
            <a:r>
              <a:rPr lang="en-US" altLang="zh-CN" sz="1600" dirty="0">
                <a:latin typeface="HSE Sans" panose="02000000000000000000" pitchFamily="2" charset="0"/>
              </a:rPr>
              <a:t>5</a:t>
            </a:r>
            <a:r>
              <a:rPr lang="zh-CN" altLang="en-US" sz="1600" dirty="0">
                <a:latin typeface="HSE Sans" panose="02000000000000000000" pitchFamily="2" charset="0"/>
              </a:rPr>
              <a:t>                  </a:t>
            </a:r>
            <a:r>
              <a:rPr lang="en-US" altLang="zh-CN" sz="1600" dirty="0">
                <a:latin typeface="HSE Sans" panose="02000000000000000000" pitchFamily="2" charset="0"/>
              </a:rPr>
              <a:t>6</a:t>
            </a:r>
            <a:r>
              <a:rPr lang="zh-CN" altLang="en-US" sz="1600" dirty="0">
                <a:latin typeface="HSE Sans" panose="02000000000000000000" pitchFamily="2" charset="0"/>
              </a:rPr>
              <a:t>                      </a:t>
            </a:r>
            <a:r>
              <a:rPr lang="en-US" altLang="zh-CN" sz="1600" dirty="0">
                <a:latin typeface="HSE Sans" panose="02000000000000000000" pitchFamily="2" charset="0"/>
              </a:rPr>
              <a:t>7</a:t>
            </a:r>
            <a:r>
              <a:rPr lang="zh-CN" altLang="en-US" sz="1600" dirty="0">
                <a:latin typeface="HSE Sans" panose="02000000000000000000" pitchFamily="2" charset="0"/>
              </a:rPr>
              <a:t>           </a:t>
            </a:r>
            <a:r>
              <a:rPr lang="en-US" altLang="zh-CN" sz="1600" dirty="0">
                <a:latin typeface="HSE Sans" panose="02000000000000000000" pitchFamily="2" charset="0"/>
              </a:rPr>
              <a:t>8</a:t>
            </a:r>
            <a:r>
              <a:rPr lang="zh-CN" altLang="en-US" sz="1600" dirty="0">
                <a:latin typeface="HSE Sans" panose="02000000000000000000" pitchFamily="2" charset="0"/>
              </a:rPr>
              <a:t>  </a:t>
            </a:r>
            <a:r>
              <a:rPr lang="en-US" altLang="zh-CN" sz="1600" dirty="0">
                <a:latin typeface="HSE Sans" panose="02000000000000000000" pitchFamily="2" charset="0"/>
              </a:rPr>
              <a:t>9</a:t>
            </a:r>
            <a:r>
              <a:rPr lang="zh-CN" altLang="en-US" sz="1600" dirty="0">
                <a:latin typeface="HSE Sans" panose="02000000000000000000" pitchFamily="2" charset="0"/>
              </a:rPr>
              <a:t>       </a:t>
            </a:r>
            <a:r>
              <a:rPr lang="en-US" altLang="zh-CN" sz="1600" dirty="0">
                <a:latin typeface="HSE Sans" panose="02000000000000000000" pitchFamily="2" charset="0"/>
              </a:rPr>
              <a:t>10</a:t>
            </a:r>
            <a:r>
              <a:rPr lang="zh-CN" altLang="en-US" sz="1600" dirty="0">
                <a:latin typeface="HSE Sans" panose="02000000000000000000" pitchFamily="2" charset="0"/>
              </a:rPr>
              <a:t>               </a:t>
            </a:r>
            <a:r>
              <a:rPr lang="en-US" altLang="zh-CN" sz="1600" dirty="0">
                <a:latin typeface="HSE Sans" panose="02000000000000000000" pitchFamily="2" charset="0"/>
              </a:rPr>
              <a:t>11</a:t>
            </a:r>
            <a:r>
              <a:rPr lang="zh-CN" altLang="en-US" sz="1600" dirty="0">
                <a:latin typeface="HSE Sans" panose="02000000000000000000" pitchFamily="2" charset="0"/>
              </a:rPr>
              <a:t>        </a:t>
            </a:r>
            <a:r>
              <a:rPr lang="en-US" altLang="zh-CN" sz="1600" dirty="0">
                <a:latin typeface="HSE Sans" panose="02000000000000000000" pitchFamily="2" charset="0"/>
              </a:rPr>
              <a:t>12</a:t>
            </a:r>
            <a:endParaRPr lang="en-CN" sz="1600" dirty="0">
              <a:latin typeface="HSE Sans" panose="02000000000000000000" pitchFamily="2" charset="0"/>
            </a:endParaRPr>
          </a:p>
        </p:txBody>
      </p:sp>
      <p:sp>
        <p:nvSpPr>
          <p:cNvPr id="3" name="TextBox 2">
            <a:extLst>
              <a:ext uri="{FF2B5EF4-FFF2-40B4-BE49-F238E27FC236}">
                <a16:creationId xmlns:a16="http://schemas.microsoft.com/office/drawing/2014/main" id="{A22AB0A9-3A61-3A47-ECFD-7B3455BD901D}"/>
              </a:ext>
            </a:extLst>
          </p:cNvPr>
          <p:cNvSpPr txBox="1"/>
          <p:nvPr/>
        </p:nvSpPr>
        <p:spPr>
          <a:xfrm>
            <a:off x="304800" y="2061882"/>
            <a:ext cx="288862" cy="246221"/>
          </a:xfrm>
          <a:prstGeom prst="rect">
            <a:avLst/>
          </a:prstGeom>
          <a:noFill/>
        </p:spPr>
        <p:txBody>
          <a:bodyPr wrap="none" rtlCol="0">
            <a:spAutoFit/>
          </a:bodyPr>
          <a:lstStyle/>
          <a:p>
            <a:pPr algn="l"/>
            <a:r>
              <a:rPr lang="en-US" altLang="zh-CN" sz="1000" dirty="0">
                <a:latin typeface="HSE Sans" panose="02000000000000000000" pitchFamily="2" charset="0"/>
              </a:rPr>
              <a:t>1)</a:t>
            </a:r>
            <a:endParaRPr lang="en-CN" sz="1000" dirty="0">
              <a:latin typeface="HSE Sans" panose="02000000000000000000" pitchFamily="2" charset="0"/>
            </a:endParaRPr>
          </a:p>
        </p:txBody>
      </p:sp>
      <p:sp>
        <p:nvSpPr>
          <p:cNvPr id="4" name="TextBox 3">
            <a:extLst>
              <a:ext uri="{FF2B5EF4-FFF2-40B4-BE49-F238E27FC236}">
                <a16:creationId xmlns:a16="http://schemas.microsoft.com/office/drawing/2014/main" id="{1E0002DF-DE60-1CCA-9796-228418D3F834}"/>
              </a:ext>
            </a:extLst>
          </p:cNvPr>
          <p:cNvSpPr txBox="1"/>
          <p:nvPr/>
        </p:nvSpPr>
        <p:spPr>
          <a:xfrm>
            <a:off x="519953" y="2061882"/>
            <a:ext cx="939681"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a:t>
            </a:r>
            <a:r>
              <a:rPr lang="en-US" altLang="zh-CN" sz="1000" dirty="0">
                <a:highlight>
                  <a:srgbClr val="FF00FF"/>
                </a:highlight>
                <a:latin typeface="HSE Sans" panose="02000000000000000000" pitchFamily="2" charset="0"/>
              </a:rPr>
              <a:t>University</a:t>
            </a:r>
            <a:endParaRPr lang="en-CN" sz="1000" dirty="0">
              <a:highlight>
                <a:srgbClr val="FF00FF"/>
              </a:highlight>
              <a:latin typeface="HSE Sans" panose="02000000000000000000" pitchFamily="2" charset="0"/>
            </a:endParaRPr>
          </a:p>
        </p:txBody>
      </p:sp>
      <p:sp>
        <p:nvSpPr>
          <p:cNvPr id="6" name="Rectangle 5">
            <a:extLst>
              <a:ext uri="{FF2B5EF4-FFF2-40B4-BE49-F238E27FC236}">
                <a16:creationId xmlns:a16="http://schemas.microsoft.com/office/drawing/2014/main" id="{8D2CBD8B-0134-14D4-0247-C14B21454711}"/>
              </a:ext>
            </a:extLst>
          </p:cNvPr>
          <p:cNvSpPr/>
          <p:nvPr/>
        </p:nvSpPr>
        <p:spPr>
          <a:xfrm>
            <a:off x="2757146" y="2003929"/>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7" name="TextBox 6">
            <a:extLst>
              <a:ext uri="{FF2B5EF4-FFF2-40B4-BE49-F238E27FC236}">
                <a16:creationId xmlns:a16="http://schemas.microsoft.com/office/drawing/2014/main" id="{4BA1B22B-669E-7B72-81A4-1EF83B1CDF50}"/>
              </a:ext>
            </a:extLst>
          </p:cNvPr>
          <p:cNvSpPr txBox="1"/>
          <p:nvPr/>
        </p:nvSpPr>
        <p:spPr>
          <a:xfrm>
            <a:off x="3819327" y="2252545"/>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8" name="Rectangle 7">
            <a:extLst>
              <a:ext uri="{FF2B5EF4-FFF2-40B4-BE49-F238E27FC236}">
                <a16:creationId xmlns:a16="http://schemas.microsoft.com/office/drawing/2014/main" id="{C8286A24-4CDF-E8D5-5157-8FFB7DB154F2}"/>
              </a:ext>
            </a:extLst>
          </p:cNvPr>
          <p:cNvSpPr/>
          <p:nvPr/>
        </p:nvSpPr>
        <p:spPr>
          <a:xfrm rot="16200000">
            <a:off x="3981934" y="2312901"/>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9" name="TextBox 8">
            <a:extLst>
              <a:ext uri="{FF2B5EF4-FFF2-40B4-BE49-F238E27FC236}">
                <a16:creationId xmlns:a16="http://schemas.microsoft.com/office/drawing/2014/main" id="{804B568A-D84A-EA26-E57E-80B49E0B1C95}"/>
              </a:ext>
            </a:extLst>
          </p:cNvPr>
          <p:cNvSpPr txBox="1"/>
          <p:nvPr/>
        </p:nvSpPr>
        <p:spPr>
          <a:xfrm>
            <a:off x="4794718" y="2252545"/>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10" name="Rectangle 9">
            <a:extLst>
              <a:ext uri="{FF2B5EF4-FFF2-40B4-BE49-F238E27FC236}">
                <a16:creationId xmlns:a16="http://schemas.microsoft.com/office/drawing/2014/main" id="{224D17FF-4E5D-E8FD-7AAD-8E16B7FB32C7}"/>
              </a:ext>
            </a:extLst>
          </p:cNvPr>
          <p:cNvSpPr/>
          <p:nvPr/>
        </p:nvSpPr>
        <p:spPr>
          <a:xfrm>
            <a:off x="5256786" y="2144436"/>
            <a:ext cx="462434" cy="4624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HSE/HSE</a:t>
            </a:r>
            <a:endParaRPr lang="en-CN" sz="1000" dirty="0">
              <a:solidFill>
                <a:schemeClr val="tx1"/>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14D63E3-7141-3A99-E5B0-FCC4039310A2}"/>
                  </a:ext>
                </a:extLst>
              </p:cNvPr>
              <p:cNvSpPr txBox="1"/>
              <p:nvPr/>
            </p:nvSpPr>
            <p:spPr>
              <a:xfrm>
                <a:off x="5256786" y="1638445"/>
                <a:ext cx="462434" cy="246221"/>
              </a:xfrm>
              <a:prstGeom prst="rect">
                <a:avLst/>
              </a:prstGeom>
              <a:noFill/>
            </p:spPr>
            <p:txBody>
              <a:bodyPr wrap="none" rtlCol="0">
                <a:spAutoFit/>
              </a:bodyPr>
              <a:lstStyle/>
              <a:p>
                <a:pPr algn="l"/>
                <a14:m>
                  <m:oMathPara xmlns:m="http://schemas.openxmlformats.org/officeDocument/2006/math">
                    <m:oMath>
                      <m:sSup>
                        <m:sSupPr>
                          <m:ctrlPr>
                            <a:rPr lang="en-US" altLang="zh-CN" sz="1000" b="0" i="1" smtClean="0">
                              <a:latin typeface="Cambria Math" panose="02040503050406030204" pitchFamily="18" charset="0"/>
                            </a:rPr>
                          </m:ctrlPr>
                        </m:sSupPr>
                        <m:e>
                          <m:r>
                            <a:rPr lang="en-US" altLang="zh-CN" sz="1000" b="0" i="1" smtClean="0">
                              <a:latin typeface="Cambria Math" panose="02040503050406030204" pitchFamily="18" charset="0"/>
                            </a:rPr>
                            <m:t>𝑄𝐾</m:t>
                          </m:r>
                        </m:e>
                        <m:sup>
                          <m:r>
                            <a:rPr lang="en-US" altLang="zh-CN" sz="1000" b="0" i="1" smtClean="0">
                              <a:latin typeface="Cambria Math" panose="02040503050406030204" pitchFamily="18" charset="0"/>
                            </a:rPr>
                            <m:t>𝑇</m:t>
                          </m:r>
                        </m:sup>
                      </m:sSup>
                    </m:oMath>
                  </m:oMathPara>
                </a14:m>
                <a:endParaRPr lang="en-CN" sz="1000" dirty="0">
                  <a:latin typeface="HSE Sans" panose="02000000000000000000" pitchFamily="2" charset="0"/>
                </a:endParaRPr>
              </a:p>
            </p:txBody>
          </p:sp>
        </mc:Choice>
        <mc:Fallback xmlns="">
          <p:sp>
            <p:nvSpPr>
              <p:cNvPr id="11" name="TextBox 10">
                <a:extLst>
                  <a:ext uri="{FF2B5EF4-FFF2-40B4-BE49-F238E27FC236}">
                    <a16:creationId xmlns:a16="http://schemas.microsoft.com/office/drawing/2014/main" id="{F14D63E3-7141-3A99-E5B0-FCC4039310A2}"/>
                  </a:ext>
                </a:extLst>
              </p:cNvPr>
              <p:cNvSpPr txBox="1">
                <a:spLocks noRot="1" noChangeAspect="1" noMove="1" noResize="1" noEditPoints="1" noAdjustHandles="1" noChangeArrowheads="1" noChangeShapeType="1" noTextEdit="1"/>
              </p:cNvSpPr>
              <p:nvPr/>
            </p:nvSpPr>
            <p:spPr>
              <a:xfrm>
                <a:off x="5256786" y="1638445"/>
                <a:ext cx="462434" cy="246221"/>
              </a:xfrm>
              <a:prstGeom prst="rect">
                <a:avLst/>
              </a:prstGeom>
              <a:blipFill>
                <a:blip r:embed="rId3"/>
                <a:stretch>
                  <a:fillRect/>
                </a:stretch>
              </a:blipFill>
            </p:spPr>
            <p:txBody>
              <a:bodyPr/>
              <a:lstStyle/>
              <a:p>
                <a:r>
                  <a:rPr lang="en-CN">
                    <a:noFill/>
                  </a:rPr>
                  <a:t> </a:t>
                </a:r>
              </a:p>
            </p:txBody>
          </p:sp>
        </mc:Fallback>
      </mc:AlternateContent>
      <p:sp>
        <p:nvSpPr>
          <p:cNvPr id="12" name="TextBox 11">
            <a:extLst>
              <a:ext uri="{FF2B5EF4-FFF2-40B4-BE49-F238E27FC236}">
                <a16:creationId xmlns:a16="http://schemas.microsoft.com/office/drawing/2014/main" id="{E22C3BD6-3410-AC84-3B0D-24ECF3F83548}"/>
              </a:ext>
            </a:extLst>
          </p:cNvPr>
          <p:cNvSpPr txBox="1"/>
          <p:nvPr/>
        </p:nvSpPr>
        <p:spPr>
          <a:xfrm>
            <a:off x="6365299" y="2252543"/>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13" name="Rectangle 12">
            <a:extLst>
              <a:ext uri="{FF2B5EF4-FFF2-40B4-BE49-F238E27FC236}">
                <a16:creationId xmlns:a16="http://schemas.microsoft.com/office/drawing/2014/main" id="{AE6ACF39-6B2E-D492-7C45-5E5D12F7CB76}"/>
              </a:ext>
            </a:extLst>
          </p:cNvPr>
          <p:cNvSpPr/>
          <p:nvPr/>
        </p:nvSpPr>
        <p:spPr>
          <a:xfrm>
            <a:off x="7619748" y="2003929"/>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CE75CCA-EA31-C64E-88F4-B8F300B37DD7}"/>
                  </a:ext>
                </a:extLst>
              </p:cNvPr>
              <p:cNvSpPr txBox="1"/>
              <p:nvPr/>
            </p:nvSpPr>
            <p:spPr>
              <a:xfrm>
                <a:off x="7863660" y="1638445"/>
                <a:ext cx="297709" cy="246221"/>
              </a:xfrm>
              <a:prstGeom prst="rect">
                <a:avLst/>
              </a:prstGeom>
              <a:noFill/>
            </p:spPr>
            <p:txBody>
              <a:bodyPr wrap="none" rtlCol="0">
                <a:spAutoFit/>
              </a:bodyPr>
              <a:lstStyle/>
              <a:p>
                <a:pPr algn="l"/>
                <a14:m>
                  <m:oMathPara xmlns:m="http://schemas.openxmlformats.org/officeDocument/2006/math">
                    <m:oMath>
                      <m:r>
                        <a:rPr lang="en-US" altLang="zh-CN" sz="1000" i="1" smtClean="0">
                          <a:latin typeface="Cambria Math" panose="02040503050406030204" pitchFamily="18" charset="0"/>
                        </a:rPr>
                        <m:t>𝑉</m:t>
                      </m:r>
                    </m:oMath>
                  </m:oMathPara>
                </a14:m>
                <a:endParaRPr lang="en-CN" sz="1000" dirty="0">
                  <a:latin typeface="HSE Sans" panose="02000000000000000000" pitchFamily="2" charset="0"/>
                </a:endParaRPr>
              </a:p>
            </p:txBody>
          </p:sp>
        </mc:Choice>
        <mc:Fallback xmlns="">
          <p:sp>
            <p:nvSpPr>
              <p:cNvPr id="14" name="TextBox 13">
                <a:extLst>
                  <a:ext uri="{FF2B5EF4-FFF2-40B4-BE49-F238E27FC236}">
                    <a16:creationId xmlns:a16="http://schemas.microsoft.com/office/drawing/2014/main" id="{ACE75CCA-EA31-C64E-88F4-B8F300B37DD7}"/>
                  </a:ext>
                </a:extLst>
              </p:cNvPr>
              <p:cNvSpPr txBox="1">
                <a:spLocks noRot="1" noChangeAspect="1" noMove="1" noResize="1" noEditPoints="1" noAdjustHandles="1" noChangeArrowheads="1" noChangeShapeType="1" noTextEdit="1"/>
              </p:cNvSpPr>
              <p:nvPr/>
            </p:nvSpPr>
            <p:spPr>
              <a:xfrm>
                <a:off x="7863660" y="1638445"/>
                <a:ext cx="297709" cy="246221"/>
              </a:xfrm>
              <a:prstGeom prst="rect">
                <a:avLst/>
              </a:prstGeom>
              <a:blipFill>
                <a:blip r:embed="rId4"/>
                <a:stretch>
                  <a:fillRect/>
                </a:stretch>
              </a:blipFill>
            </p:spPr>
            <p:txBody>
              <a:bodyPr/>
              <a:lstStyle/>
              <a:p>
                <a:r>
                  <a:rPr lang="en-CN">
                    <a:noFill/>
                  </a:rPr>
                  <a:t> </a:t>
                </a:r>
              </a:p>
            </p:txBody>
          </p:sp>
        </mc:Fallback>
      </mc:AlternateContent>
      <p:sp>
        <p:nvSpPr>
          <p:cNvPr id="16" name="TextBox 15">
            <a:extLst>
              <a:ext uri="{FF2B5EF4-FFF2-40B4-BE49-F238E27FC236}">
                <a16:creationId xmlns:a16="http://schemas.microsoft.com/office/drawing/2014/main" id="{45C4E348-C97C-003F-C454-7566123D426F}"/>
              </a:ext>
            </a:extLst>
          </p:cNvPr>
          <p:cNvSpPr txBox="1"/>
          <p:nvPr/>
        </p:nvSpPr>
        <p:spPr>
          <a:xfrm>
            <a:off x="3052981" y="1638445"/>
            <a:ext cx="271228" cy="246221"/>
          </a:xfrm>
          <a:prstGeom prst="rect">
            <a:avLst/>
          </a:prstGeom>
          <a:noFill/>
        </p:spPr>
        <p:txBody>
          <a:bodyPr wrap="none" rtlCol="0">
            <a:spAutoFit/>
          </a:bodyPr>
          <a:lstStyle/>
          <a:p>
            <a:pPr algn="l"/>
            <a:r>
              <a:rPr lang="en-US" altLang="zh-CN" sz="1000" dirty="0">
                <a:latin typeface="HSE Sans" panose="02000000000000000000" pitchFamily="2" charset="0"/>
              </a:rPr>
              <a:t>Q</a:t>
            </a:r>
            <a:endParaRPr lang="en-CN" sz="1000" dirty="0">
              <a:latin typeface="HSE Sans" panose="02000000000000000000" pitchFamily="2"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8840DFD-C27E-34D9-1D79-957999F7B308}"/>
                  </a:ext>
                </a:extLst>
              </p:cNvPr>
              <p:cNvSpPr txBox="1"/>
              <p:nvPr/>
            </p:nvSpPr>
            <p:spPr>
              <a:xfrm>
                <a:off x="4303463" y="1646374"/>
                <a:ext cx="307199" cy="246221"/>
              </a:xfrm>
              <a:prstGeom prst="rect">
                <a:avLst/>
              </a:prstGeom>
              <a:noFill/>
            </p:spPr>
            <p:txBody>
              <a:bodyPr wrap="none" rtlCol="0">
                <a:spAutoFit/>
              </a:bodyPr>
              <a:lstStyle/>
              <a:p>
                <a:pPr algn="l"/>
                <a14:m>
                  <m:oMathPara xmlns:m="http://schemas.openxmlformats.org/officeDocument/2006/math">
                    <m:oMath>
                      <m:r>
                        <a:rPr lang="en-US" altLang="zh-CN" sz="1000" i="1" smtClean="0">
                          <a:latin typeface="Cambria Math" panose="02040503050406030204" pitchFamily="18" charset="0"/>
                        </a:rPr>
                        <m:t>𝐾</m:t>
                      </m:r>
                    </m:oMath>
                  </m:oMathPara>
                </a14:m>
                <a:endParaRPr lang="en-CN" sz="1000" dirty="0">
                  <a:latin typeface="HSE Sans" panose="02000000000000000000" pitchFamily="2" charset="0"/>
                </a:endParaRPr>
              </a:p>
            </p:txBody>
          </p:sp>
        </mc:Choice>
        <mc:Fallback xmlns="">
          <p:sp>
            <p:nvSpPr>
              <p:cNvPr id="17" name="TextBox 16">
                <a:extLst>
                  <a:ext uri="{FF2B5EF4-FFF2-40B4-BE49-F238E27FC236}">
                    <a16:creationId xmlns:a16="http://schemas.microsoft.com/office/drawing/2014/main" id="{88840DFD-C27E-34D9-1D79-957999F7B308}"/>
                  </a:ext>
                </a:extLst>
              </p:cNvPr>
              <p:cNvSpPr txBox="1">
                <a:spLocks noRot="1" noChangeAspect="1" noMove="1" noResize="1" noEditPoints="1" noAdjustHandles="1" noChangeArrowheads="1" noChangeShapeType="1" noTextEdit="1"/>
              </p:cNvSpPr>
              <p:nvPr/>
            </p:nvSpPr>
            <p:spPr>
              <a:xfrm>
                <a:off x="4303463" y="1646374"/>
                <a:ext cx="307199" cy="246221"/>
              </a:xfrm>
              <a:prstGeom prst="rect">
                <a:avLst/>
              </a:prstGeom>
              <a:blipFill>
                <a:blip r:embed="rId5"/>
                <a:stretch>
                  <a:fillRect/>
                </a:stretch>
              </a:blipFill>
            </p:spPr>
            <p:txBody>
              <a:bodyPr/>
              <a:lstStyle/>
              <a:p>
                <a:r>
                  <a:rPr lang="en-CN">
                    <a:noFill/>
                  </a:rPr>
                  <a:t> </a:t>
                </a:r>
              </a:p>
            </p:txBody>
          </p:sp>
        </mc:Fallback>
      </mc:AlternateContent>
      <p:sp>
        <p:nvSpPr>
          <p:cNvPr id="18" name="TextBox 17">
            <a:extLst>
              <a:ext uri="{FF2B5EF4-FFF2-40B4-BE49-F238E27FC236}">
                <a16:creationId xmlns:a16="http://schemas.microsoft.com/office/drawing/2014/main" id="{3BE8E7DD-B6F2-D746-6C8D-6CEEB1BFDA63}"/>
              </a:ext>
            </a:extLst>
          </p:cNvPr>
          <p:cNvSpPr txBox="1"/>
          <p:nvPr/>
        </p:nvSpPr>
        <p:spPr>
          <a:xfrm>
            <a:off x="9082867" y="2252543"/>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0" name="Rectangle 19">
            <a:extLst>
              <a:ext uri="{FF2B5EF4-FFF2-40B4-BE49-F238E27FC236}">
                <a16:creationId xmlns:a16="http://schemas.microsoft.com/office/drawing/2014/main" id="{1FD3B560-4574-8FAA-7DAB-599FC73E902C}"/>
              </a:ext>
            </a:extLst>
          </p:cNvPr>
          <p:cNvSpPr/>
          <p:nvPr/>
        </p:nvSpPr>
        <p:spPr>
          <a:xfrm>
            <a:off x="9648898" y="2312900"/>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cxnSp>
        <p:nvCxnSpPr>
          <p:cNvPr id="22" name="Straight Connector 21">
            <a:extLst>
              <a:ext uri="{FF2B5EF4-FFF2-40B4-BE49-F238E27FC236}">
                <a16:creationId xmlns:a16="http://schemas.microsoft.com/office/drawing/2014/main" id="{B08445B1-75D8-1F65-152E-5A09339876C9}"/>
              </a:ext>
            </a:extLst>
          </p:cNvPr>
          <p:cNvCxnSpPr/>
          <p:nvPr/>
        </p:nvCxnSpPr>
        <p:spPr>
          <a:xfrm>
            <a:off x="389467" y="2904067"/>
            <a:ext cx="115316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CB2B421-2AF6-E7A2-E560-1F2738FAFBBD}"/>
              </a:ext>
            </a:extLst>
          </p:cNvPr>
          <p:cNvSpPr txBox="1"/>
          <p:nvPr/>
        </p:nvSpPr>
        <p:spPr>
          <a:xfrm>
            <a:off x="304800" y="3590357"/>
            <a:ext cx="288862" cy="246221"/>
          </a:xfrm>
          <a:prstGeom prst="rect">
            <a:avLst/>
          </a:prstGeom>
          <a:noFill/>
        </p:spPr>
        <p:txBody>
          <a:bodyPr wrap="none" rtlCol="0">
            <a:spAutoFit/>
          </a:bodyPr>
          <a:lstStyle/>
          <a:p>
            <a:pPr algn="l"/>
            <a:r>
              <a:rPr lang="en-US" altLang="zh-CN" sz="1000" dirty="0">
                <a:latin typeface="HSE Sans" panose="02000000000000000000" pitchFamily="2" charset="0"/>
              </a:rPr>
              <a:t>2)</a:t>
            </a:r>
            <a:endParaRPr lang="en-CN" sz="1000" dirty="0">
              <a:latin typeface="HSE Sans" panose="02000000000000000000" pitchFamily="2" charset="0"/>
            </a:endParaRPr>
          </a:p>
        </p:txBody>
      </p:sp>
      <p:sp>
        <p:nvSpPr>
          <p:cNvPr id="24" name="TextBox 23">
            <a:extLst>
              <a:ext uri="{FF2B5EF4-FFF2-40B4-BE49-F238E27FC236}">
                <a16:creationId xmlns:a16="http://schemas.microsoft.com/office/drawing/2014/main" id="{C8832C36-1E38-2829-AA36-E61F03A8FD46}"/>
              </a:ext>
            </a:extLst>
          </p:cNvPr>
          <p:cNvSpPr txBox="1"/>
          <p:nvPr/>
        </p:nvSpPr>
        <p:spPr>
          <a:xfrm>
            <a:off x="519953" y="3590357"/>
            <a:ext cx="1047082"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a:t>
            </a:r>
            <a:r>
              <a:rPr lang="en-US" altLang="zh-CN" sz="1000" dirty="0">
                <a:highlight>
                  <a:srgbClr val="FF00FF"/>
                </a:highlight>
                <a:latin typeface="HSE Sans" panose="02000000000000000000" pitchFamily="2" charset="0"/>
              </a:rPr>
              <a:t>is</a:t>
            </a:r>
            <a:endParaRPr lang="en-CN" sz="1000" dirty="0">
              <a:highlight>
                <a:srgbClr val="FF00FF"/>
              </a:highlight>
              <a:latin typeface="HSE Sans" panose="02000000000000000000" pitchFamily="2" charset="0"/>
            </a:endParaRPr>
          </a:p>
        </p:txBody>
      </p:sp>
      <p:sp>
        <p:nvSpPr>
          <p:cNvPr id="25" name="Rectangle 24">
            <a:extLst>
              <a:ext uri="{FF2B5EF4-FFF2-40B4-BE49-F238E27FC236}">
                <a16:creationId xmlns:a16="http://schemas.microsoft.com/office/drawing/2014/main" id="{21B53AA5-8D5D-B33E-3C7E-481DCE2ACFCA}"/>
              </a:ext>
            </a:extLst>
          </p:cNvPr>
          <p:cNvSpPr/>
          <p:nvPr/>
        </p:nvSpPr>
        <p:spPr>
          <a:xfrm>
            <a:off x="2757146" y="3532404"/>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26" name="TextBox 25">
            <a:extLst>
              <a:ext uri="{FF2B5EF4-FFF2-40B4-BE49-F238E27FC236}">
                <a16:creationId xmlns:a16="http://schemas.microsoft.com/office/drawing/2014/main" id="{FD97D778-8D7D-5C5D-13FC-69E248D9CFE4}"/>
              </a:ext>
            </a:extLst>
          </p:cNvPr>
          <p:cNvSpPr txBox="1"/>
          <p:nvPr/>
        </p:nvSpPr>
        <p:spPr>
          <a:xfrm>
            <a:off x="3819327" y="3781020"/>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7" name="Rectangle 26">
            <a:extLst>
              <a:ext uri="{FF2B5EF4-FFF2-40B4-BE49-F238E27FC236}">
                <a16:creationId xmlns:a16="http://schemas.microsoft.com/office/drawing/2014/main" id="{C3313033-6F3E-1B97-A563-46F3AF771871}"/>
              </a:ext>
            </a:extLst>
          </p:cNvPr>
          <p:cNvSpPr/>
          <p:nvPr/>
        </p:nvSpPr>
        <p:spPr>
          <a:xfrm rot="16200000">
            <a:off x="3981934" y="3841376"/>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28" name="TextBox 27">
            <a:extLst>
              <a:ext uri="{FF2B5EF4-FFF2-40B4-BE49-F238E27FC236}">
                <a16:creationId xmlns:a16="http://schemas.microsoft.com/office/drawing/2014/main" id="{DDF287AC-9823-3E11-7D8D-93FA7B3D1466}"/>
              </a:ext>
            </a:extLst>
          </p:cNvPr>
          <p:cNvSpPr txBox="1"/>
          <p:nvPr/>
        </p:nvSpPr>
        <p:spPr>
          <a:xfrm>
            <a:off x="4794718" y="3781020"/>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9" name="Rectangle 28">
            <a:extLst>
              <a:ext uri="{FF2B5EF4-FFF2-40B4-BE49-F238E27FC236}">
                <a16:creationId xmlns:a16="http://schemas.microsoft.com/office/drawing/2014/main" id="{36D3448B-379C-CA42-1616-56FE3BE7C6D7}"/>
              </a:ext>
            </a:extLst>
          </p:cNvPr>
          <p:cNvSpPr/>
          <p:nvPr/>
        </p:nvSpPr>
        <p:spPr>
          <a:xfrm>
            <a:off x="5123795" y="3535649"/>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1/1</a:t>
            </a:r>
            <a:endParaRPr lang="en-CN" sz="1000" dirty="0">
              <a:solidFill>
                <a:schemeClr val="tx1"/>
              </a:solidFill>
            </a:endParaRPr>
          </a:p>
        </p:txBody>
      </p:sp>
      <p:sp>
        <p:nvSpPr>
          <p:cNvPr id="30" name="TextBox 29">
            <a:extLst>
              <a:ext uri="{FF2B5EF4-FFF2-40B4-BE49-F238E27FC236}">
                <a16:creationId xmlns:a16="http://schemas.microsoft.com/office/drawing/2014/main" id="{9168B26F-18E6-3151-4196-3945C81E621C}"/>
              </a:ext>
            </a:extLst>
          </p:cNvPr>
          <p:cNvSpPr txBox="1"/>
          <p:nvPr/>
        </p:nvSpPr>
        <p:spPr>
          <a:xfrm>
            <a:off x="6365299" y="3781018"/>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31" name="Rectangle 30">
            <a:extLst>
              <a:ext uri="{FF2B5EF4-FFF2-40B4-BE49-F238E27FC236}">
                <a16:creationId xmlns:a16="http://schemas.microsoft.com/office/drawing/2014/main" id="{EAC79EBF-11EE-2871-A3D6-75557BCEA05B}"/>
              </a:ext>
            </a:extLst>
          </p:cNvPr>
          <p:cNvSpPr/>
          <p:nvPr/>
        </p:nvSpPr>
        <p:spPr>
          <a:xfrm>
            <a:off x="7619748" y="3532404"/>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32" name="TextBox 31">
            <a:extLst>
              <a:ext uri="{FF2B5EF4-FFF2-40B4-BE49-F238E27FC236}">
                <a16:creationId xmlns:a16="http://schemas.microsoft.com/office/drawing/2014/main" id="{538E4404-821A-6FBA-3739-293CF3C2F679}"/>
              </a:ext>
            </a:extLst>
          </p:cNvPr>
          <p:cNvSpPr txBox="1"/>
          <p:nvPr/>
        </p:nvSpPr>
        <p:spPr>
          <a:xfrm>
            <a:off x="9082867" y="3781018"/>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33" name="Rectangle 32">
            <a:extLst>
              <a:ext uri="{FF2B5EF4-FFF2-40B4-BE49-F238E27FC236}">
                <a16:creationId xmlns:a16="http://schemas.microsoft.com/office/drawing/2014/main" id="{ADE6BF78-BE91-4982-6B32-0D01D0BF844D}"/>
              </a:ext>
            </a:extLst>
          </p:cNvPr>
          <p:cNvSpPr/>
          <p:nvPr/>
        </p:nvSpPr>
        <p:spPr>
          <a:xfrm>
            <a:off x="9648898" y="3841375"/>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cxnSp>
        <p:nvCxnSpPr>
          <p:cNvPr id="34" name="Straight Connector 33">
            <a:extLst>
              <a:ext uri="{FF2B5EF4-FFF2-40B4-BE49-F238E27FC236}">
                <a16:creationId xmlns:a16="http://schemas.microsoft.com/office/drawing/2014/main" id="{5E70417C-00C6-9BD3-8804-C7A40A789AD5}"/>
              </a:ext>
            </a:extLst>
          </p:cNvPr>
          <p:cNvCxnSpPr/>
          <p:nvPr/>
        </p:nvCxnSpPr>
        <p:spPr>
          <a:xfrm>
            <a:off x="389467" y="4432542"/>
            <a:ext cx="11531600"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1E60C7B-804B-F80C-D8DD-82B3FB146BD9}"/>
              </a:ext>
            </a:extLst>
          </p:cNvPr>
          <p:cNvSpPr txBox="1"/>
          <p:nvPr/>
        </p:nvSpPr>
        <p:spPr>
          <a:xfrm>
            <a:off x="323370" y="5246859"/>
            <a:ext cx="288862" cy="246221"/>
          </a:xfrm>
          <a:prstGeom prst="rect">
            <a:avLst/>
          </a:prstGeom>
          <a:noFill/>
        </p:spPr>
        <p:txBody>
          <a:bodyPr wrap="none" rtlCol="0">
            <a:spAutoFit/>
          </a:bodyPr>
          <a:lstStyle/>
          <a:p>
            <a:pPr algn="l"/>
            <a:r>
              <a:rPr lang="en-US" altLang="zh-CN" sz="1000" dirty="0">
                <a:latin typeface="HSE Sans" panose="02000000000000000000" pitchFamily="2" charset="0"/>
              </a:rPr>
              <a:t>3)</a:t>
            </a:r>
            <a:endParaRPr lang="en-CN" sz="1000" dirty="0">
              <a:latin typeface="HSE Sans" panose="02000000000000000000" pitchFamily="2" charset="0"/>
            </a:endParaRPr>
          </a:p>
        </p:txBody>
      </p:sp>
      <p:sp>
        <p:nvSpPr>
          <p:cNvPr id="48" name="TextBox 47">
            <a:extLst>
              <a:ext uri="{FF2B5EF4-FFF2-40B4-BE49-F238E27FC236}">
                <a16:creationId xmlns:a16="http://schemas.microsoft.com/office/drawing/2014/main" id="{B5FC1902-6315-ABD0-1516-5B72D40A3BA0}"/>
              </a:ext>
            </a:extLst>
          </p:cNvPr>
          <p:cNvSpPr txBox="1"/>
          <p:nvPr/>
        </p:nvSpPr>
        <p:spPr>
          <a:xfrm>
            <a:off x="538523" y="5246859"/>
            <a:ext cx="1250663"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a:t>
            </a:r>
            <a:r>
              <a:rPr lang="en-US" altLang="zh-CN" sz="1000" dirty="0">
                <a:highlight>
                  <a:srgbClr val="FF00FF"/>
                </a:highlight>
                <a:latin typeface="HSE Sans" panose="02000000000000000000" pitchFamily="2" charset="0"/>
              </a:rPr>
              <a:t>the</a:t>
            </a:r>
            <a:endParaRPr lang="en-CN" sz="1000" dirty="0">
              <a:highlight>
                <a:srgbClr val="FF00FF"/>
              </a:highlight>
              <a:latin typeface="HSE Sans" panose="02000000000000000000" pitchFamily="2" charset="0"/>
            </a:endParaRPr>
          </a:p>
        </p:txBody>
      </p:sp>
      <p:sp>
        <p:nvSpPr>
          <p:cNvPr id="49" name="Rectangle 48">
            <a:extLst>
              <a:ext uri="{FF2B5EF4-FFF2-40B4-BE49-F238E27FC236}">
                <a16:creationId xmlns:a16="http://schemas.microsoft.com/office/drawing/2014/main" id="{C2452828-596B-204E-5311-ACA23D939B96}"/>
              </a:ext>
            </a:extLst>
          </p:cNvPr>
          <p:cNvSpPr/>
          <p:nvPr/>
        </p:nvSpPr>
        <p:spPr>
          <a:xfrm>
            <a:off x="2775716" y="5188906"/>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50" name="TextBox 49">
            <a:extLst>
              <a:ext uri="{FF2B5EF4-FFF2-40B4-BE49-F238E27FC236}">
                <a16:creationId xmlns:a16="http://schemas.microsoft.com/office/drawing/2014/main" id="{C0BAB46C-E59D-4691-3596-D4806F94FCCE}"/>
              </a:ext>
            </a:extLst>
          </p:cNvPr>
          <p:cNvSpPr txBox="1"/>
          <p:nvPr/>
        </p:nvSpPr>
        <p:spPr>
          <a:xfrm>
            <a:off x="3837897" y="5437522"/>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1" name="Rectangle 50">
            <a:extLst>
              <a:ext uri="{FF2B5EF4-FFF2-40B4-BE49-F238E27FC236}">
                <a16:creationId xmlns:a16="http://schemas.microsoft.com/office/drawing/2014/main" id="{B53B0D65-2480-348C-CA5A-41573C05FB04}"/>
              </a:ext>
            </a:extLst>
          </p:cNvPr>
          <p:cNvSpPr/>
          <p:nvPr/>
        </p:nvSpPr>
        <p:spPr>
          <a:xfrm rot="16200000">
            <a:off x="3837527" y="5490802"/>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52" name="TextBox 51">
            <a:extLst>
              <a:ext uri="{FF2B5EF4-FFF2-40B4-BE49-F238E27FC236}">
                <a16:creationId xmlns:a16="http://schemas.microsoft.com/office/drawing/2014/main" id="{DCCD6BF7-F3FB-3E01-01B6-163E14F20698}"/>
              </a:ext>
            </a:extLst>
          </p:cNvPr>
          <p:cNvSpPr txBox="1"/>
          <p:nvPr/>
        </p:nvSpPr>
        <p:spPr>
          <a:xfrm>
            <a:off x="4813288" y="5437522"/>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4" name="TextBox 53">
            <a:extLst>
              <a:ext uri="{FF2B5EF4-FFF2-40B4-BE49-F238E27FC236}">
                <a16:creationId xmlns:a16="http://schemas.microsoft.com/office/drawing/2014/main" id="{F0253129-224C-B741-B537-906FE2699A70}"/>
              </a:ext>
            </a:extLst>
          </p:cNvPr>
          <p:cNvSpPr txBox="1"/>
          <p:nvPr/>
        </p:nvSpPr>
        <p:spPr>
          <a:xfrm>
            <a:off x="6383869" y="5437520"/>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5" name="Rectangle 54">
            <a:extLst>
              <a:ext uri="{FF2B5EF4-FFF2-40B4-BE49-F238E27FC236}">
                <a16:creationId xmlns:a16="http://schemas.microsoft.com/office/drawing/2014/main" id="{F29E0CC0-B0AD-0A98-8619-4932D4227425}"/>
              </a:ext>
            </a:extLst>
          </p:cNvPr>
          <p:cNvSpPr/>
          <p:nvPr/>
        </p:nvSpPr>
        <p:spPr>
          <a:xfrm>
            <a:off x="7638318" y="5188906"/>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56" name="TextBox 55">
            <a:extLst>
              <a:ext uri="{FF2B5EF4-FFF2-40B4-BE49-F238E27FC236}">
                <a16:creationId xmlns:a16="http://schemas.microsoft.com/office/drawing/2014/main" id="{42FE6548-0E97-011C-FF05-2D8B197C33E5}"/>
              </a:ext>
            </a:extLst>
          </p:cNvPr>
          <p:cNvSpPr txBox="1"/>
          <p:nvPr/>
        </p:nvSpPr>
        <p:spPr>
          <a:xfrm>
            <a:off x="9101437" y="5437520"/>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7" name="Rectangle 56">
            <a:extLst>
              <a:ext uri="{FF2B5EF4-FFF2-40B4-BE49-F238E27FC236}">
                <a16:creationId xmlns:a16="http://schemas.microsoft.com/office/drawing/2014/main" id="{505C6B74-DF3A-CFE0-94E8-1EE79391F763}"/>
              </a:ext>
            </a:extLst>
          </p:cNvPr>
          <p:cNvSpPr/>
          <p:nvPr/>
        </p:nvSpPr>
        <p:spPr>
          <a:xfrm>
            <a:off x="9667468" y="5331887"/>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58" name="Rectangle 57">
            <a:extLst>
              <a:ext uri="{FF2B5EF4-FFF2-40B4-BE49-F238E27FC236}">
                <a16:creationId xmlns:a16="http://schemas.microsoft.com/office/drawing/2014/main" id="{6E983978-2E84-C5ED-D069-D527EC7AD83E}"/>
              </a:ext>
            </a:extLst>
          </p:cNvPr>
          <p:cNvSpPr/>
          <p:nvPr/>
        </p:nvSpPr>
        <p:spPr>
          <a:xfrm>
            <a:off x="5497342" y="3535649"/>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59" name="Rectangle 58">
            <a:extLst>
              <a:ext uri="{FF2B5EF4-FFF2-40B4-BE49-F238E27FC236}">
                <a16:creationId xmlns:a16="http://schemas.microsoft.com/office/drawing/2014/main" id="{8A024430-BADB-5C12-9688-CEEEDA8F0DC3}"/>
              </a:ext>
            </a:extLst>
          </p:cNvPr>
          <p:cNvSpPr/>
          <p:nvPr/>
        </p:nvSpPr>
        <p:spPr>
          <a:xfrm>
            <a:off x="5123794" y="3902131"/>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2/1</a:t>
            </a:r>
            <a:endParaRPr lang="en-CN" sz="1000" dirty="0">
              <a:solidFill>
                <a:schemeClr val="tx1"/>
              </a:solidFill>
            </a:endParaRPr>
          </a:p>
        </p:txBody>
      </p:sp>
      <p:sp>
        <p:nvSpPr>
          <p:cNvPr id="60" name="Rectangle 59">
            <a:extLst>
              <a:ext uri="{FF2B5EF4-FFF2-40B4-BE49-F238E27FC236}">
                <a16:creationId xmlns:a16="http://schemas.microsoft.com/office/drawing/2014/main" id="{77F978A0-EA77-21AD-6DC6-054E274F2CC9}"/>
              </a:ext>
            </a:extLst>
          </p:cNvPr>
          <p:cNvSpPr/>
          <p:nvPr/>
        </p:nvSpPr>
        <p:spPr>
          <a:xfrm>
            <a:off x="5497341" y="3902737"/>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2/2</a:t>
            </a:r>
            <a:endParaRPr lang="en-CN" sz="1000" dirty="0">
              <a:solidFill>
                <a:schemeClr val="tx1"/>
              </a:solidFill>
            </a:endParaRPr>
          </a:p>
        </p:txBody>
      </p:sp>
      <p:sp>
        <p:nvSpPr>
          <p:cNvPr id="61" name="Rectangle 60">
            <a:extLst>
              <a:ext uri="{FF2B5EF4-FFF2-40B4-BE49-F238E27FC236}">
                <a16:creationId xmlns:a16="http://schemas.microsoft.com/office/drawing/2014/main" id="{640467AA-0F31-A323-9A00-A91B74455DF7}"/>
              </a:ext>
            </a:extLst>
          </p:cNvPr>
          <p:cNvSpPr/>
          <p:nvPr/>
        </p:nvSpPr>
        <p:spPr>
          <a:xfrm>
            <a:off x="2757145" y="3659669"/>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2" name="Rectangle 61">
            <a:extLst>
              <a:ext uri="{FF2B5EF4-FFF2-40B4-BE49-F238E27FC236}">
                <a16:creationId xmlns:a16="http://schemas.microsoft.com/office/drawing/2014/main" id="{BA3CE8C0-57CA-303D-BC0F-193AADEEB139}"/>
              </a:ext>
            </a:extLst>
          </p:cNvPr>
          <p:cNvSpPr/>
          <p:nvPr/>
        </p:nvSpPr>
        <p:spPr>
          <a:xfrm rot="16200000">
            <a:off x="4106704" y="3841376"/>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3" name="Rectangle 62">
            <a:extLst>
              <a:ext uri="{FF2B5EF4-FFF2-40B4-BE49-F238E27FC236}">
                <a16:creationId xmlns:a16="http://schemas.microsoft.com/office/drawing/2014/main" id="{0AD44B9E-8FDA-EE73-B849-9FD77D7B55C4}"/>
              </a:ext>
            </a:extLst>
          </p:cNvPr>
          <p:cNvSpPr/>
          <p:nvPr/>
        </p:nvSpPr>
        <p:spPr>
          <a:xfrm>
            <a:off x="7619748" y="3659669"/>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4" name="Rectangle 63">
            <a:extLst>
              <a:ext uri="{FF2B5EF4-FFF2-40B4-BE49-F238E27FC236}">
                <a16:creationId xmlns:a16="http://schemas.microsoft.com/office/drawing/2014/main" id="{4D34FD89-00B6-DB40-8A05-87124D3768AC}"/>
              </a:ext>
            </a:extLst>
          </p:cNvPr>
          <p:cNvSpPr/>
          <p:nvPr/>
        </p:nvSpPr>
        <p:spPr>
          <a:xfrm>
            <a:off x="9648897" y="3969685"/>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65" name="Rectangle 64">
            <a:extLst>
              <a:ext uri="{FF2B5EF4-FFF2-40B4-BE49-F238E27FC236}">
                <a16:creationId xmlns:a16="http://schemas.microsoft.com/office/drawing/2014/main" id="{F42EB81D-ABB2-6CD4-72E2-20AE51D5A38C}"/>
              </a:ext>
            </a:extLst>
          </p:cNvPr>
          <p:cNvSpPr/>
          <p:nvPr/>
        </p:nvSpPr>
        <p:spPr>
          <a:xfrm>
            <a:off x="2775714" y="5314412"/>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6" name="Rectangle 65">
            <a:extLst>
              <a:ext uri="{FF2B5EF4-FFF2-40B4-BE49-F238E27FC236}">
                <a16:creationId xmlns:a16="http://schemas.microsoft.com/office/drawing/2014/main" id="{B84F9284-BBB6-C37F-12BA-F0050D540177}"/>
              </a:ext>
            </a:extLst>
          </p:cNvPr>
          <p:cNvSpPr/>
          <p:nvPr/>
        </p:nvSpPr>
        <p:spPr>
          <a:xfrm>
            <a:off x="2775713" y="5437520"/>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67" name="Rectangle 66">
            <a:extLst>
              <a:ext uri="{FF2B5EF4-FFF2-40B4-BE49-F238E27FC236}">
                <a16:creationId xmlns:a16="http://schemas.microsoft.com/office/drawing/2014/main" id="{34B4779E-3B97-1315-1045-85064AD249A8}"/>
              </a:ext>
            </a:extLst>
          </p:cNvPr>
          <p:cNvSpPr/>
          <p:nvPr/>
        </p:nvSpPr>
        <p:spPr>
          <a:xfrm rot="16200000">
            <a:off x="3959675" y="5490802"/>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8" name="Rectangle 67">
            <a:extLst>
              <a:ext uri="{FF2B5EF4-FFF2-40B4-BE49-F238E27FC236}">
                <a16:creationId xmlns:a16="http://schemas.microsoft.com/office/drawing/2014/main" id="{35B05BD5-B9AF-BB98-855D-16F86587D858}"/>
              </a:ext>
            </a:extLst>
          </p:cNvPr>
          <p:cNvSpPr/>
          <p:nvPr/>
        </p:nvSpPr>
        <p:spPr>
          <a:xfrm rot="16200000">
            <a:off x="4083667" y="5490802"/>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69" name="Rectangle 68">
            <a:extLst>
              <a:ext uri="{FF2B5EF4-FFF2-40B4-BE49-F238E27FC236}">
                <a16:creationId xmlns:a16="http://schemas.microsoft.com/office/drawing/2014/main" id="{594DEFDD-E0BD-09AC-1535-DB0BBC418165}"/>
              </a:ext>
            </a:extLst>
          </p:cNvPr>
          <p:cNvSpPr/>
          <p:nvPr/>
        </p:nvSpPr>
        <p:spPr>
          <a:xfrm>
            <a:off x="5129054" y="5028531"/>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1/1</a:t>
            </a:r>
            <a:endParaRPr lang="en-CN" sz="1000" dirty="0">
              <a:solidFill>
                <a:schemeClr val="tx1"/>
              </a:solidFill>
            </a:endParaRPr>
          </a:p>
        </p:txBody>
      </p:sp>
      <p:sp>
        <p:nvSpPr>
          <p:cNvPr id="70" name="Rectangle 69">
            <a:extLst>
              <a:ext uri="{FF2B5EF4-FFF2-40B4-BE49-F238E27FC236}">
                <a16:creationId xmlns:a16="http://schemas.microsoft.com/office/drawing/2014/main" id="{80F13B49-DB36-3DDF-E2EE-BF2824C8F033}"/>
              </a:ext>
            </a:extLst>
          </p:cNvPr>
          <p:cNvSpPr/>
          <p:nvPr/>
        </p:nvSpPr>
        <p:spPr>
          <a:xfrm>
            <a:off x="5502601" y="5028531"/>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71" name="Rectangle 70">
            <a:extLst>
              <a:ext uri="{FF2B5EF4-FFF2-40B4-BE49-F238E27FC236}">
                <a16:creationId xmlns:a16="http://schemas.microsoft.com/office/drawing/2014/main" id="{55F90BAB-F6EF-494E-1362-27B553148B9B}"/>
              </a:ext>
            </a:extLst>
          </p:cNvPr>
          <p:cNvSpPr/>
          <p:nvPr/>
        </p:nvSpPr>
        <p:spPr>
          <a:xfrm>
            <a:off x="5129053" y="5395013"/>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2/1</a:t>
            </a:r>
            <a:endParaRPr lang="en-CN" sz="1000" dirty="0">
              <a:solidFill>
                <a:schemeClr val="tx1"/>
              </a:solidFill>
            </a:endParaRPr>
          </a:p>
        </p:txBody>
      </p:sp>
      <p:sp>
        <p:nvSpPr>
          <p:cNvPr id="72" name="Rectangle 71">
            <a:extLst>
              <a:ext uri="{FF2B5EF4-FFF2-40B4-BE49-F238E27FC236}">
                <a16:creationId xmlns:a16="http://schemas.microsoft.com/office/drawing/2014/main" id="{B238154B-BA21-62C0-70E9-EC434F959CA1}"/>
              </a:ext>
            </a:extLst>
          </p:cNvPr>
          <p:cNvSpPr/>
          <p:nvPr/>
        </p:nvSpPr>
        <p:spPr>
          <a:xfrm>
            <a:off x="5502600" y="5395619"/>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2/2</a:t>
            </a:r>
            <a:endParaRPr lang="en-CN" sz="1000" dirty="0">
              <a:solidFill>
                <a:schemeClr val="tx1"/>
              </a:solidFill>
            </a:endParaRPr>
          </a:p>
        </p:txBody>
      </p:sp>
      <p:sp>
        <p:nvSpPr>
          <p:cNvPr id="73" name="Rectangle 72">
            <a:extLst>
              <a:ext uri="{FF2B5EF4-FFF2-40B4-BE49-F238E27FC236}">
                <a16:creationId xmlns:a16="http://schemas.microsoft.com/office/drawing/2014/main" id="{CA242674-3674-5EAE-ECF8-7D9CC18F9E36}"/>
              </a:ext>
            </a:extLst>
          </p:cNvPr>
          <p:cNvSpPr/>
          <p:nvPr/>
        </p:nvSpPr>
        <p:spPr>
          <a:xfrm>
            <a:off x="5870889" y="5025302"/>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74" name="Rectangle 73">
            <a:extLst>
              <a:ext uri="{FF2B5EF4-FFF2-40B4-BE49-F238E27FC236}">
                <a16:creationId xmlns:a16="http://schemas.microsoft.com/office/drawing/2014/main" id="{1FF0EDB8-D329-BB7B-DC02-87BAA1CBF958}"/>
              </a:ext>
            </a:extLst>
          </p:cNvPr>
          <p:cNvSpPr/>
          <p:nvPr/>
        </p:nvSpPr>
        <p:spPr>
          <a:xfrm>
            <a:off x="5870888" y="5395013"/>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75" name="Rectangle 74">
            <a:extLst>
              <a:ext uri="{FF2B5EF4-FFF2-40B4-BE49-F238E27FC236}">
                <a16:creationId xmlns:a16="http://schemas.microsoft.com/office/drawing/2014/main" id="{64BE0D60-EA5A-8174-AA0D-C2EB2B6E96EB}"/>
              </a:ext>
            </a:extLst>
          </p:cNvPr>
          <p:cNvSpPr/>
          <p:nvPr/>
        </p:nvSpPr>
        <p:spPr>
          <a:xfrm>
            <a:off x="5129053" y="5765331"/>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3/1</a:t>
            </a:r>
            <a:endParaRPr lang="en-CN" sz="1000" dirty="0">
              <a:solidFill>
                <a:schemeClr val="tx1"/>
              </a:solidFill>
            </a:endParaRPr>
          </a:p>
        </p:txBody>
      </p:sp>
      <p:sp>
        <p:nvSpPr>
          <p:cNvPr id="76" name="Rectangle 75">
            <a:extLst>
              <a:ext uri="{FF2B5EF4-FFF2-40B4-BE49-F238E27FC236}">
                <a16:creationId xmlns:a16="http://schemas.microsoft.com/office/drawing/2014/main" id="{FB1D70E0-3904-4C7D-FFEE-36107089F996}"/>
              </a:ext>
            </a:extLst>
          </p:cNvPr>
          <p:cNvSpPr/>
          <p:nvPr/>
        </p:nvSpPr>
        <p:spPr>
          <a:xfrm>
            <a:off x="5502600" y="5765937"/>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3/2</a:t>
            </a:r>
            <a:endParaRPr lang="en-CN" sz="1000" dirty="0">
              <a:solidFill>
                <a:schemeClr val="tx1"/>
              </a:solidFill>
            </a:endParaRPr>
          </a:p>
        </p:txBody>
      </p:sp>
      <p:sp>
        <p:nvSpPr>
          <p:cNvPr id="77" name="Rectangle 76">
            <a:extLst>
              <a:ext uri="{FF2B5EF4-FFF2-40B4-BE49-F238E27FC236}">
                <a16:creationId xmlns:a16="http://schemas.microsoft.com/office/drawing/2014/main" id="{4A960BD7-7069-C13C-558E-FE4FB30B293C}"/>
              </a:ext>
            </a:extLst>
          </p:cNvPr>
          <p:cNvSpPr/>
          <p:nvPr/>
        </p:nvSpPr>
        <p:spPr>
          <a:xfrm>
            <a:off x="5870888" y="5765331"/>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3/3</a:t>
            </a:r>
            <a:endParaRPr lang="en-CN" sz="1000" dirty="0">
              <a:solidFill>
                <a:schemeClr val="tx1"/>
              </a:solidFill>
            </a:endParaRPr>
          </a:p>
        </p:txBody>
      </p:sp>
      <p:sp>
        <p:nvSpPr>
          <p:cNvPr id="81" name="Rectangle 80">
            <a:extLst>
              <a:ext uri="{FF2B5EF4-FFF2-40B4-BE49-F238E27FC236}">
                <a16:creationId xmlns:a16="http://schemas.microsoft.com/office/drawing/2014/main" id="{1D445B4D-7E25-4BF8-14C7-0061297CB672}"/>
              </a:ext>
            </a:extLst>
          </p:cNvPr>
          <p:cNvSpPr/>
          <p:nvPr/>
        </p:nvSpPr>
        <p:spPr>
          <a:xfrm>
            <a:off x="7638317" y="5312014"/>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82" name="Rectangle 81">
            <a:extLst>
              <a:ext uri="{FF2B5EF4-FFF2-40B4-BE49-F238E27FC236}">
                <a16:creationId xmlns:a16="http://schemas.microsoft.com/office/drawing/2014/main" id="{4EB37513-37E9-9C0D-8240-E6A63EAD1B57}"/>
              </a:ext>
            </a:extLst>
          </p:cNvPr>
          <p:cNvSpPr/>
          <p:nvPr/>
        </p:nvSpPr>
        <p:spPr>
          <a:xfrm>
            <a:off x="7638316" y="5437520"/>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83" name="Rectangle 82">
            <a:extLst>
              <a:ext uri="{FF2B5EF4-FFF2-40B4-BE49-F238E27FC236}">
                <a16:creationId xmlns:a16="http://schemas.microsoft.com/office/drawing/2014/main" id="{343523FC-2BE9-912F-C26D-9892F2A8ED06}"/>
              </a:ext>
            </a:extLst>
          </p:cNvPr>
          <p:cNvSpPr/>
          <p:nvPr/>
        </p:nvSpPr>
        <p:spPr>
          <a:xfrm>
            <a:off x="9667466" y="5459970"/>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84" name="Rectangle 83">
            <a:extLst>
              <a:ext uri="{FF2B5EF4-FFF2-40B4-BE49-F238E27FC236}">
                <a16:creationId xmlns:a16="http://schemas.microsoft.com/office/drawing/2014/main" id="{CC641CB2-7D5B-A0C6-51E5-0AB09417E834}"/>
              </a:ext>
            </a:extLst>
          </p:cNvPr>
          <p:cNvSpPr/>
          <p:nvPr/>
        </p:nvSpPr>
        <p:spPr>
          <a:xfrm>
            <a:off x="9667466" y="5581786"/>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the</a:t>
            </a:r>
            <a:endParaRPr lang="en-CN" sz="1100" dirty="0">
              <a:solidFill>
                <a:schemeClr val="tx1"/>
              </a:solidFill>
            </a:endParaRPr>
          </a:p>
        </p:txBody>
      </p:sp>
    </p:spTree>
    <p:extLst>
      <p:ext uri="{BB962C8B-B14F-4D97-AF65-F5344CB8AC3E}">
        <p14:creationId xmlns:p14="http://schemas.microsoft.com/office/powerpoint/2010/main" val="2696756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CD036-78D4-A065-4909-5C3DFA00A064}"/>
            </a:ext>
          </a:extLst>
        </p:cNvPr>
        <p:cNvGrpSpPr/>
        <p:nvPr/>
      </p:nvGrpSpPr>
      <p:grpSpPr>
        <a:xfrm>
          <a:off x="0" y="0"/>
          <a:ext cx="0" cy="0"/>
          <a:chOff x="0" y="0"/>
          <a:chExt cx="0" cy="0"/>
        </a:xfrm>
      </p:grpSpPr>
      <p:sp>
        <p:nvSpPr>
          <p:cNvPr id="5" name="Текст 4">
            <a:extLst>
              <a:ext uri="{FF2B5EF4-FFF2-40B4-BE49-F238E27FC236}">
                <a16:creationId xmlns:a16="http://schemas.microsoft.com/office/drawing/2014/main" id="{977C3EC9-9EFE-708D-1B9F-D0F3B21D4636}"/>
              </a:ext>
            </a:extLst>
          </p:cNvPr>
          <p:cNvSpPr txBox="1">
            <a:spLocks/>
          </p:cNvSpPr>
          <p:nvPr/>
        </p:nvSpPr>
        <p:spPr>
          <a:xfrm>
            <a:off x="1133528" y="502639"/>
            <a:ext cx="4012213"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LLM Inference Process With KV Cache</a:t>
            </a:r>
            <a:endParaRPr lang="ru-RU" sz="1400" dirty="0"/>
          </a:p>
        </p:txBody>
      </p:sp>
      <p:sp>
        <p:nvSpPr>
          <p:cNvPr id="2" name="TextBox 1">
            <a:extLst>
              <a:ext uri="{FF2B5EF4-FFF2-40B4-BE49-F238E27FC236}">
                <a16:creationId xmlns:a16="http://schemas.microsoft.com/office/drawing/2014/main" id="{36FEB5D9-33F4-FABE-D104-00EC08389474}"/>
              </a:ext>
            </a:extLst>
          </p:cNvPr>
          <p:cNvSpPr txBox="1"/>
          <p:nvPr/>
        </p:nvSpPr>
        <p:spPr>
          <a:xfrm>
            <a:off x="2661950" y="986117"/>
            <a:ext cx="7093609" cy="584775"/>
          </a:xfrm>
          <a:prstGeom prst="rect">
            <a:avLst/>
          </a:prstGeom>
          <a:noFill/>
        </p:spPr>
        <p:txBody>
          <a:bodyPr wrap="none" rtlCol="0">
            <a:spAutoFit/>
          </a:bodyPr>
          <a:lstStyle/>
          <a:p>
            <a:r>
              <a:rPr lang="en-US" altLang="zh-CN" sz="1600" dirty="0">
                <a:solidFill>
                  <a:srgbClr val="FF0000"/>
                </a:solidFill>
                <a:latin typeface="HSE Sans" panose="02000000000000000000" pitchFamily="2" charset="0"/>
              </a:rPr>
              <a:t>HSE</a:t>
            </a:r>
            <a:r>
              <a:rPr lang="en-US" altLang="zh-CN" sz="1600" dirty="0">
                <a:latin typeface="HSE Sans" panose="02000000000000000000" pitchFamily="2" charset="0"/>
              </a:rPr>
              <a:t> University is the most internationalized university in the Russian Federation.</a:t>
            </a:r>
          </a:p>
          <a:p>
            <a:r>
              <a:rPr lang="zh-CN" altLang="en-US" sz="1600" dirty="0">
                <a:latin typeface="HSE Sans" panose="02000000000000000000" pitchFamily="2" charset="0"/>
              </a:rPr>
              <a:t> </a:t>
            </a:r>
            <a:r>
              <a:rPr lang="en-US" altLang="zh-CN" sz="1600" dirty="0">
                <a:latin typeface="HSE Sans" panose="02000000000000000000" pitchFamily="2" charset="0"/>
              </a:rPr>
              <a:t>1</a:t>
            </a:r>
            <a:r>
              <a:rPr lang="zh-CN" altLang="en-US" sz="1600" dirty="0">
                <a:latin typeface="HSE Sans" panose="02000000000000000000" pitchFamily="2" charset="0"/>
              </a:rPr>
              <a:t>             </a:t>
            </a:r>
            <a:r>
              <a:rPr lang="en-US" altLang="zh-CN" sz="1600" dirty="0">
                <a:latin typeface="HSE Sans" panose="02000000000000000000" pitchFamily="2" charset="0"/>
              </a:rPr>
              <a:t>2</a:t>
            </a:r>
            <a:r>
              <a:rPr lang="zh-CN" altLang="en-US" sz="1600" dirty="0">
                <a:latin typeface="HSE Sans" panose="02000000000000000000" pitchFamily="2" charset="0"/>
              </a:rPr>
              <a:t>         </a:t>
            </a:r>
            <a:r>
              <a:rPr lang="en-US" altLang="zh-CN" sz="1600" dirty="0">
                <a:latin typeface="HSE Sans" panose="02000000000000000000" pitchFamily="2" charset="0"/>
              </a:rPr>
              <a:t>3</a:t>
            </a:r>
            <a:r>
              <a:rPr lang="zh-CN" altLang="en-US" sz="1600" dirty="0">
                <a:latin typeface="HSE Sans" panose="02000000000000000000" pitchFamily="2" charset="0"/>
              </a:rPr>
              <a:t>   </a:t>
            </a:r>
            <a:r>
              <a:rPr lang="en-US" altLang="zh-CN" sz="1600" dirty="0">
                <a:latin typeface="HSE Sans" panose="02000000000000000000" pitchFamily="2" charset="0"/>
              </a:rPr>
              <a:t>4</a:t>
            </a:r>
            <a:r>
              <a:rPr lang="zh-CN" altLang="en-US" sz="1600" dirty="0">
                <a:latin typeface="HSE Sans" panose="02000000000000000000" pitchFamily="2" charset="0"/>
              </a:rPr>
              <a:t>      </a:t>
            </a:r>
            <a:r>
              <a:rPr lang="en-US" altLang="zh-CN" sz="1600" dirty="0">
                <a:latin typeface="HSE Sans" panose="02000000000000000000" pitchFamily="2" charset="0"/>
              </a:rPr>
              <a:t>5</a:t>
            </a:r>
            <a:r>
              <a:rPr lang="zh-CN" altLang="en-US" sz="1600" dirty="0">
                <a:latin typeface="HSE Sans" panose="02000000000000000000" pitchFamily="2" charset="0"/>
              </a:rPr>
              <a:t>                  </a:t>
            </a:r>
            <a:r>
              <a:rPr lang="en-US" altLang="zh-CN" sz="1600" dirty="0">
                <a:latin typeface="HSE Sans" panose="02000000000000000000" pitchFamily="2" charset="0"/>
              </a:rPr>
              <a:t>6</a:t>
            </a:r>
            <a:r>
              <a:rPr lang="zh-CN" altLang="en-US" sz="1600" dirty="0">
                <a:latin typeface="HSE Sans" panose="02000000000000000000" pitchFamily="2" charset="0"/>
              </a:rPr>
              <a:t>                      </a:t>
            </a:r>
            <a:r>
              <a:rPr lang="en-US" altLang="zh-CN" sz="1600" dirty="0">
                <a:latin typeface="HSE Sans" panose="02000000000000000000" pitchFamily="2" charset="0"/>
              </a:rPr>
              <a:t>7</a:t>
            </a:r>
            <a:r>
              <a:rPr lang="zh-CN" altLang="en-US" sz="1600" dirty="0">
                <a:latin typeface="HSE Sans" panose="02000000000000000000" pitchFamily="2" charset="0"/>
              </a:rPr>
              <a:t>           </a:t>
            </a:r>
            <a:r>
              <a:rPr lang="en-US" altLang="zh-CN" sz="1600" dirty="0">
                <a:latin typeface="HSE Sans" panose="02000000000000000000" pitchFamily="2" charset="0"/>
              </a:rPr>
              <a:t>8</a:t>
            </a:r>
            <a:r>
              <a:rPr lang="zh-CN" altLang="en-US" sz="1600" dirty="0">
                <a:latin typeface="HSE Sans" panose="02000000000000000000" pitchFamily="2" charset="0"/>
              </a:rPr>
              <a:t>  </a:t>
            </a:r>
            <a:r>
              <a:rPr lang="en-US" altLang="zh-CN" sz="1600" dirty="0">
                <a:latin typeface="HSE Sans" panose="02000000000000000000" pitchFamily="2" charset="0"/>
              </a:rPr>
              <a:t>9</a:t>
            </a:r>
            <a:r>
              <a:rPr lang="zh-CN" altLang="en-US" sz="1600" dirty="0">
                <a:latin typeface="HSE Sans" panose="02000000000000000000" pitchFamily="2" charset="0"/>
              </a:rPr>
              <a:t>       </a:t>
            </a:r>
            <a:r>
              <a:rPr lang="en-US" altLang="zh-CN" sz="1600" dirty="0">
                <a:latin typeface="HSE Sans" panose="02000000000000000000" pitchFamily="2" charset="0"/>
              </a:rPr>
              <a:t>10</a:t>
            </a:r>
            <a:r>
              <a:rPr lang="zh-CN" altLang="en-US" sz="1600" dirty="0">
                <a:latin typeface="HSE Sans" panose="02000000000000000000" pitchFamily="2" charset="0"/>
              </a:rPr>
              <a:t>               </a:t>
            </a:r>
            <a:r>
              <a:rPr lang="en-US" altLang="zh-CN" sz="1600" dirty="0">
                <a:latin typeface="HSE Sans" panose="02000000000000000000" pitchFamily="2" charset="0"/>
              </a:rPr>
              <a:t>11</a:t>
            </a:r>
            <a:r>
              <a:rPr lang="zh-CN" altLang="en-US" sz="1600" dirty="0">
                <a:latin typeface="HSE Sans" panose="02000000000000000000" pitchFamily="2" charset="0"/>
              </a:rPr>
              <a:t>        </a:t>
            </a:r>
            <a:r>
              <a:rPr lang="en-US" altLang="zh-CN" sz="1600" dirty="0">
                <a:latin typeface="HSE Sans" panose="02000000000000000000" pitchFamily="2" charset="0"/>
              </a:rPr>
              <a:t>12</a:t>
            </a:r>
            <a:endParaRPr lang="en-CN" sz="1600" dirty="0">
              <a:latin typeface="HSE Sans" panose="02000000000000000000" pitchFamily="2" charset="0"/>
            </a:endParaRPr>
          </a:p>
        </p:txBody>
      </p:sp>
      <p:sp>
        <p:nvSpPr>
          <p:cNvPr id="3" name="TextBox 2">
            <a:extLst>
              <a:ext uri="{FF2B5EF4-FFF2-40B4-BE49-F238E27FC236}">
                <a16:creationId xmlns:a16="http://schemas.microsoft.com/office/drawing/2014/main" id="{C30F3A78-A79F-043C-1D2A-06A6D86BA4BB}"/>
              </a:ext>
            </a:extLst>
          </p:cNvPr>
          <p:cNvSpPr txBox="1"/>
          <p:nvPr/>
        </p:nvSpPr>
        <p:spPr>
          <a:xfrm>
            <a:off x="304800" y="2061882"/>
            <a:ext cx="288862" cy="246221"/>
          </a:xfrm>
          <a:prstGeom prst="rect">
            <a:avLst/>
          </a:prstGeom>
          <a:noFill/>
        </p:spPr>
        <p:txBody>
          <a:bodyPr wrap="none" rtlCol="0">
            <a:spAutoFit/>
          </a:bodyPr>
          <a:lstStyle/>
          <a:p>
            <a:pPr algn="l"/>
            <a:r>
              <a:rPr lang="en-US" altLang="zh-CN" sz="1000" dirty="0">
                <a:latin typeface="HSE Sans" panose="02000000000000000000" pitchFamily="2" charset="0"/>
              </a:rPr>
              <a:t>1)</a:t>
            </a:r>
            <a:endParaRPr lang="en-CN" sz="1000" dirty="0">
              <a:latin typeface="HSE Sans" panose="02000000000000000000" pitchFamily="2" charset="0"/>
            </a:endParaRPr>
          </a:p>
        </p:txBody>
      </p:sp>
      <p:sp>
        <p:nvSpPr>
          <p:cNvPr id="4" name="TextBox 3">
            <a:extLst>
              <a:ext uri="{FF2B5EF4-FFF2-40B4-BE49-F238E27FC236}">
                <a16:creationId xmlns:a16="http://schemas.microsoft.com/office/drawing/2014/main" id="{96DF87B6-9093-2AFE-AA5F-023CA3C336A1}"/>
              </a:ext>
            </a:extLst>
          </p:cNvPr>
          <p:cNvSpPr txBox="1"/>
          <p:nvPr/>
        </p:nvSpPr>
        <p:spPr>
          <a:xfrm>
            <a:off x="519953" y="2061882"/>
            <a:ext cx="939681"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a:t>
            </a:r>
            <a:r>
              <a:rPr lang="en-US" altLang="zh-CN" sz="1000" dirty="0">
                <a:highlight>
                  <a:srgbClr val="FF00FF"/>
                </a:highlight>
                <a:latin typeface="HSE Sans" panose="02000000000000000000" pitchFamily="2" charset="0"/>
              </a:rPr>
              <a:t>University</a:t>
            </a:r>
            <a:endParaRPr lang="en-CN" sz="1000" dirty="0">
              <a:highlight>
                <a:srgbClr val="FF00FF"/>
              </a:highlight>
              <a:latin typeface="HSE Sans" panose="02000000000000000000" pitchFamily="2" charset="0"/>
            </a:endParaRPr>
          </a:p>
        </p:txBody>
      </p:sp>
      <p:sp>
        <p:nvSpPr>
          <p:cNvPr id="6" name="Rectangle 5">
            <a:extLst>
              <a:ext uri="{FF2B5EF4-FFF2-40B4-BE49-F238E27FC236}">
                <a16:creationId xmlns:a16="http://schemas.microsoft.com/office/drawing/2014/main" id="{5F352810-B9A7-588E-CA76-D43C06DFFBD6}"/>
              </a:ext>
            </a:extLst>
          </p:cNvPr>
          <p:cNvSpPr/>
          <p:nvPr/>
        </p:nvSpPr>
        <p:spPr>
          <a:xfrm>
            <a:off x="2757146" y="2003929"/>
            <a:ext cx="950259" cy="12550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7" name="TextBox 6">
            <a:extLst>
              <a:ext uri="{FF2B5EF4-FFF2-40B4-BE49-F238E27FC236}">
                <a16:creationId xmlns:a16="http://schemas.microsoft.com/office/drawing/2014/main" id="{A4B4E873-A070-2566-006E-3566C802974C}"/>
              </a:ext>
            </a:extLst>
          </p:cNvPr>
          <p:cNvSpPr txBox="1"/>
          <p:nvPr/>
        </p:nvSpPr>
        <p:spPr>
          <a:xfrm>
            <a:off x="3819327" y="2252545"/>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8" name="Rectangle 7">
            <a:extLst>
              <a:ext uri="{FF2B5EF4-FFF2-40B4-BE49-F238E27FC236}">
                <a16:creationId xmlns:a16="http://schemas.microsoft.com/office/drawing/2014/main" id="{D8D29D84-D0BC-6650-4FAD-03248BED006A}"/>
              </a:ext>
            </a:extLst>
          </p:cNvPr>
          <p:cNvSpPr/>
          <p:nvPr/>
        </p:nvSpPr>
        <p:spPr>
          <a:xfrm rot="16200000">
            <a:off x="3981934" y="2312901"/>
            <a:ext cx="950259" cy="12550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9" name="TextBox 8">
            <a:extLst>
              <a:ext uri="{FF2B5EF4-FFF2-40B4-BE49-F238E27FC236}">
                <a16:creationId xmlns:a16="http://schemas.microsoft.com/office/drawing/2014/main" id="{E8742529-D25A-8085-B969-5C91C88329E8}"/>
              </a:ext>
            </a:extLst>
          </p:cNvPr>
          <p:cNvSpPr txBox="1"/>
          <p:nvPr/>
        </p:nvSpPr>
        <p:spPr>
          <a:xfrm>
            <a:off x="4794718" y="2252545"/>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10" name="Rectangle 9">
            <a:extLst>
              <a:ext uri="{FF2B5EF4-FFF2-40B4-BE49-F238E27FC236}">
                <a16:creationId xmlns:a16="http://schemas.microsoft.com/office/drawing/2014/main" id="{2C5C628A-BB0C-CD2B-3E0B-3AE988614EAE}"/>
              </a:ext>
            </a:extLst>
          </p:cNvPr>
          <p:cNvSpPr/>
          <p:nvPr/>
        </p:nvSpPr>
        <p:spPr>
          <a:xfrm>
            <a:off x="5256786" y="2144436"/>
            <a:ext cx="462434" cy="46243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HSE/HSE</a:t>
            </a:r>
            <a:endParaRPr lang="en-CN" sz="1000" dirty="0">
              <a:solidFill>
                <a:schemeClr val="tx1"/>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845B29-62B9-7BD6-1BC3-2B5E77FAA6D6}"/>
                  </a:ext>
                </a:extLst>
              </p:cNvPr>
              <p:cNvSpPr txBox="1"/>
              <p:nvPr/>
            </p:nvSpPr>
            <p:spPr>
              <a:xfrm>
                <a:off x="5256786" y="1638445"/>
                <a:ext cx="462434" cy="246221"/>
              </a:xfrm>
              <a:prstGeom prst="rect">
                <a:avLst/>
              </a:prstGeom>
              <a:noFill/>
            </p:spPr>
            <p:txBody>
              <a:bodyPr wrap="none" rtlCol="0">
                <a:spAutoFit/>
              </a:bodyPr>
              <a:lstStyle/>
              <a:p>
                <a:pPr algn="l"/>
                <a14:m>
                  <m:oMathPara xmlns:m="http://schemas.openxmlformats.org/officeDocument/2006/math">
                    <m:oMath>
                      <m:sSup>
                        <m:sSupPr>
                          <m:ctrlPr>
                            <a:rPr lang="en-US" altLang="zh-CN" sz="1000" b="0" i="1" smtClean="0">
                              <a:latin typeface="Cambria Math" panose="02040503050406030204" pitchFamily="18" charset="0"/>
                            </a:rPr>
                          </m:ctrlPr>
                        </m:sSupPr>
                        <m:e>
                          <m:r>
                            <a:rPr lang="en-US" altLang="zh-CN" sz="1000" b="0" i="1" smtClean="0">
                              <a:latin typeface="Cambria Math" panose="02040503050406030204" pitchFamily="18" charset="0"/>
                            </a:rPr>
                            <m:t>𝑄𝐾</m:t>
                          </m:r>
                        </m:e>
                        <m:sup>
                          <m:r>
                            <a:rPr lang="en-US" altLang="zh-CN" sz="1000" b="0" i="1" smtClean="0">
                              <a:latin typeface="Cambria Math" panose="02040503050406030204" pitchFamily="18" charset="0"/>
                            </a:rPr>
                            <m:t>𝑇</m:t>
                          </m:r>
                        </m:sup>
                      </m:sSup>
                    </m:oMath>
                  </m:oMathPara>
                </a14:m>
                <a:endParaRPr lang="en-CN" sz="1000" dirty="0">
                  <a:latin typeface="HSE Sans" panose="02000000000000000000" pitchFamily="2" charset="0"/>
                </a:endParaRPr>
              </a:p>
            </p:txBody>
          </p:sp>
        </mc:Choice>
        <mc:Fallback xmlns="">
          <p:sp>
            <p:nvSpPr>
              <p:cNvPr id="11" name="TextBox 10">
                <a:extLst>
                  <a:ext uri="{FF2B5EF4-FFF2-40B4-BE49-F238E27FC236}">
                    <a16:creationId xmlns:a16="http://schemas.microsoft.com/office/drawing/2014/main" id="{AD845B29-62B9-7BD6-1BC3-2B5E77FAA6D6}"/>
                  </a:ext>
                </a:extLst>
              </p:cNvPr>
              <p:cNvSpPr txBox="1">
                <a:spLocks noRot="1" noChangeAspect="1" noMove="1" noResize="1" noEditPoints="1" noAdjustHandles="1" noChangeArrowheads="1" noChangeShapeType="1" noTextEdit="1"/>
              </p:cNvSpPr>
              <p:nvPr/>
            </p:nvSpPr>
            <p:spPr>
              <a:xfrm>
                <a:off x="5256786" y="1638445"/>
                <a:ext cx="462434" cy="246221"/>
              </a:xfrm>
              <a:prstGeom prst="rect">
                <a:avLst/>
              </a:prstGeom>
              <a:blipFill>
                <a:blip r:embed="rId2"/>
                <a:stretch>
                  <a:fillRect/>
                </a:stretch>
              </a:blipFill>
            </p:spPr>
            <p:txBody>
              <a:bodyPr/>
              <a:lstStyle/>
              <a:p>
                <a:r>
                  <a:rPr lang="en-CN">
                    <a:noFill/>
                  </a:rPr>
                  <a:t> </a:t>
                </a:r>
              </a:p>
            </p:txBody>
          </p:sp>
        </mc:Fallback>
      </mc:AlternateContent>
      <p:sp>
        <p:nvSpPr>
          <p:cNvPr id="12" name="TextBox 11">
            <a:extLst>
              <a:ext uri="{FF2B5EF4-FFF2-40B4-BE49-F238E27FC236}">
                <a16:creationId xmlns:a16="http://schemas.microsoft.com/office/drawing/2014/main" id="{4FC69EB8-8438-5BBB-4035-2C3C48C4FE5D}"/>
              </a:ext>
            </a:extLst>
          </p:cNvPr>
          <p:cNvSpPr txBox="1"/>
          <p:nvPr/>
        </p:nvSpPr>
        <p:spPr>
          <a:xfrm>
            <a:off x="6365299" y="2252543"/>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13" name="Rectangle 12">
            <a:extLst>
              <a:ext uri="{FF2B5EF4-FFF2-40B4-BE49-F238E27FC236}">
                <a16:creationId xmlns:a16="http://schemas.microsoft.com/office/drawing/2014/main" id="{A9E48F32-DB22-1300-CB8E-BEA76733CF60}"/>
              </a:ext>
            </a:extLst>
          </p:cNvPr>
          <p:cNvSpPr/>
          <p:nvPr/>
        </p:nvSpPr>
        <p:spPr>
          <a:xfrm>
            <a:off x="7619748" y="2003929"/>
            <a:ext cx="950259" cy="12550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7A8B948-AC18-91C5-7C44-9EB8258B08A6}"/>
                  </a:ext>
                </a:extLst>
              </p:cNvPr>
              <p:cNvSpPr txBox="1"/>
              <p:nvPr/>
            </p:nvSpPr>
            <p:spPr>
              <a:xfrm>
                <a:off x="7863660" y="1638445"/>
                <a:ext cx="297709" cy="246221"/>
              </a:xfrm>
              <a:prstGeom prst="rect">
                <a:avLst/>
              </a:prstGeom>
              <a:noFill/>
            </p:spPr>
            <p:txBody>
              <a:bodyPr wrap="none" rtlCol="0">
                <a:spAutoFit/>
              </a:bodyPr>
              <a:lstStyle/>
              <a:p>
                <a:pPr algn="l"/>
                <a14:m>
                  <m:oMathPara xmlns:m="http://schemas.openxmlformats.org/officeDocument/2006/math">
                    <m:oMath>
                      <m:r>
                        <a:rPr lang="en-US" altLang="zh-CN" sz="1000" i="1" smtClean="0">
                          <a:latin typeface="Cambria Math" panose="02040503050406030204" pitchFamily="18" charset="0"/>
                        </a:rPr>
                        <m:t>𝑉</m:t>
                      </m:r>
                    </m:oMath>
                  </m:oMathPara>
                </a14:m>
                <a:endParaRPr lang="en-CN" sz="1000" dirty="0">
                  <a:latin typeface="HSE Sans" panose="02000000000000000000" pitchFamily="2" charset="0"/>
                </a:endParaRPr>
              </a:p>
            </p:txBody>
          </p:sp>
        </mc:Choice>
        <mc:Fallback xmlns="">
          <p:sp>
            <p:nvSpPr>
              <p:cNvPr id="14" name="TextBox 13">
                <a:extLst>
                  <a:ext uri="{FF2B5EF4-FFF2-40B4-BE49-F238E27FC236}">
                    <a16:creationId xmlns:a16="http://schemas.microsoft.com/office/drawing/2014/main" id="{47A8B948-AC18-91C5-7C44-9EB8258B08A6}"/>
                  </a:ext>
                </a:extLst>
              </p:cNvPr>
              <p:cNvSpPr txBox="1">
                <a:spLocks noRot="1" noChangeAspect="1" noMove="1" noResize="1" noEditPoints="1" noAdjustHandles="1" noChangeArrowheads="1" noChangeShapeType="1" noTextEdit="1"/>
              </p:cNvSpPr>
              <p:nvPr/>
            </p:nvSpPr>
            <p:spPr>
              <a:xfrm>
                <a:off x="7863660" y="1638445"/>
                <a:ext cx="297709" cy="246221"/>
              </a:xfrm>
              <a:prstGeom prst="rect">
                <a:avLst/>
              </a:prstGeom>
              <a:blipFill>
                <a:blip r:embed="rId3"/>
                <a:stretch>
                  <a:fillRect/>
                </a:stretch>
              </a:blipFill>
            </p:spPr>
            <p:txBody>
              <a:bodyPr/>
              <a:lstStyle/>
              <a:p>
                <a:r>
                  <a:rPr lang="en-CN">
                    <a:noFill/>
                  </a:rPr>
                  <a:t> </a:t>
                </a:r>
              </a:p>
            </p:txBody>
          </p:sp>
        </mc:Fallback>
      </mc:AlternateContent>
      <p:sp>
        <p:nvSpPr>
          <p:cNvPr id="16" name="TextBox 15">
            <a:extLst>
              <a:ext uri="{FF2B5EF4-FFF2-40B4-BE49-F238E27FC236}">
                <a16:creationId xmlns:a16="http://schemas.microsoft.com/office/drawing/2014/main" id="{9356B86E-84B9-4172-B124-C7EDA8010D26}"/>
              </a:ext>
            </a:extLst>
          </p:cNvPr>
          <p:cNvSpPr txBox="1"/>
          <p:nvPr/>
        </p:nvSpPr>
        <p:spPr>
          <a:xfrm>
            <a:off x="3052981" y="1638445"/>
            <a:ext cx="271228" cy="246221"/>
          </a:xfrm>
          <a:prstGeom prst="rect">
            <a:avLst/>
          </a:prstGeom>
          <a:noFill/>
        </p:spPr>
        <p:txBody>
          <a:bodyPr wrap="none" rtlCol="0">
            <a:spAutoFit/>
          </a:bodyPr>
          <a:lstStyle/>
          <a:p>
            <a:pPr algn="l"/>
            <a:r>
              <a:rPr lang="en-US" altLang="zh-CN" sz="1000" dirty="0">
                <a:latin typeface="HSE Sans" panose="02000000000000000000" pitchFamily="2" charset="0"/>
              </a:rPr>
              <a:t>Q</a:t>
            </a:r>
            <a:endParaRPr lang="en-CN" sz="1000" dirty="0">
              <a:latin typeface="HSE Sans" panose="02000000000000000000" pitchFamily="2"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0DB8E85-5F2B-BD0C-AEF7-2DBBF68F94B9}"/>
                  </a:ext>
                </a:extLst>
              </p:cNvPr>
              <p:cNvSpPr txBox="1"/>
              <p:nvPr/>
            </p:nvSpPr>
            <p:spPr>
              <a:xfrm>
                <a:off x="4303463" y="1646374"/>
                <a:ext cx="307199" cy="246221"/>
              </a:xfrm>
              <a:prstGeom prst="rect">
                <a:avLst/>
              </a:prstGeom>
              <a:noFill/>
            </p:spPr>
            <p:txBody>
              <a:bodyPr wrap="none" rtlCol="0">
                <a:spAutoFit/>
              </a:bodyPr>
              <a:lstStyle/>
              <a:p>
                <a:pPr algn="l"/>
                <a14:m>
                  <m:oMathPara xmlns:m="http://schemas.openxmlformats.org/officeDocument/2006/math">
                    <m:oMath>
                      <m:r>
                        <a:rPr lang="en-US" altLang="zh-CN" sz="1000" i="1" smtClean="0">
                          <a:latin typeface="Cambria Math" panose="02040503050406030204" pitchFamily="18" charset="0"/>
                        </a:rPr>
                        <m:t>𝐾</m:t>
                      </m:r>
                    </m:oMath>
                  </m:oMathPara>
                </a14:m>
                <a:endParaRPr lang="en-CN" sz="1000" dirty="0">
                  <a:latin typeface="HSE Sans" panose="02000000000000000000" pitchFamily="2" charset="0"/>
                </a:endParaRPr>
              </a:p>
            </p:txBody>
          </p:sp>
        </mc:Choice>
        <mc:Fallback xmlns="">
          <p:sp>
            <p:nvSpPr>
              <p:cNvPr id="17" name="TextBox 16">
                <a:extLst>
                  <a:ext uri="{FF2B5EF4-FFF2-40B4-BE49-F238E27FC236}">
                    <a16:creationId xmlns:a16="http://schemas.microsoft.com/office/drawing/2014/main" id="{90DB8E85-5F2B-BD0C-AEF7-2DBBF68F94B9}"/>
                  </a:ext>
                </a:extLst>
              </p:cNvPr>
              <p:cNvSpPr txBox="1">
                <a:spLocks noRot="1" noChangeAspect="1" noMove="1" noResize="1" noEditPoints="1" noAdjustHandles="1" noChangeArrowheads="1" noChangeShapeType="1" noTextEdit="1"/>
              </p:cNvSpPr>
              <p:nvPr/>
            </p:nvSpPr>
            <p:spPr>
              <a:xfrm>
                <a:off x="4303463" y="1646374"/>
                <a:ext cx="307199" cy="246221"/>
              </a:xfrm>
              <a:prstGeom prst="rect">
                <a:avLst/>
              </a:prstGeom>
              <a:blipFill>
                <a:blip r:embed="rId4"/>
                <a:stretch>
                  <a:fillRect/>
                </a:stretch>
              </a:blipFill>
            </p:spPr>
            <p:txBody>
              <a:bodyPr/>
              <a:lstStyle/>
              <a:p>
                <a:r>
                  <a:rPr lang="en-CN">
                    <a:noFill/>
                  </a:rPr>
                  <a:t> </a:t>
                </a:r>
              </a:p>
            </p:txBody>
          </p:sp>
        </mc:Fallback>
      </mc:AlternateContent>
      <p:sp>
        <p:nvSpPr>
          <p:cNvPr id="18" name="TextBox 17">
            <a:extLst>
              <a:ext uri="{FF2B5EF4-FFF2-40B4-BE49-F238E27FC236}">
                <a16:creationId xmlns:a16="http://schemas.microsoft.com/office/drawing/2014/main" id="{BEE86284-D7ED-E92B-C3CA-BE61BD40025D}"/>
              </a:ext>
            </a:extLst>
          </p:cNvPr>
          <p:cNvSpPr txBox="1"/>
          <p:nvPr/>
        </p:nvSpPr>
        <p:spPr>
          <a:xfrm>
            <a:off x="9082867" y="2252543"/>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0" name="Rectangle 19">
            <a:extLst>
              <a:ext uri="{FF2B5EF4-FFF2-40B4-BE49-F238E27FC236}">
                <a16:creationId xmlns:a16="http://schemas.microsoft.com/office/drawing/2014/main" id="{EC1B9744-0161-F40B-9FBE-7F28F131B2CC}"/>
              </a:ext>
            </a:extLst>
          </p:cNvPr>
          <p:cNvSpPr/>
          <p:nvPr/>
        </p:nvSpPr>
        <p:spPr>
          <a:xfrm>
            <a:off x="9648898" y="2312900"/>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cxnSp>
        <p:nvCxnSpPr>
          <p:cNvPr id="22" name="Straight Connector 21">
            <a:extLst>
              <a:ext uri="{FF2B5EF4-FFF2-40B4-BE49-F238E27FC236}">
                <a16:creationId xmlns:a16="http://schemas.microsoft.com/office/drawing/2014/main" id="{AE455941-4896-EC33-4D18-C239CEE93CE5}"/>
              </a:ext>
            </a:extLst>
          </p:cNvPr>
          <p:cNvCxnSpPr/>
          <p:nvPr/>
        </p:nvCxnSpPr>
        <p:spPr>
          <a:xfrm>
            <a:off x="389467" y="2904067"/>
            <a:ext cx="115316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59D84EA-B98E-A346-9EEA-A335AF42379E}"/>
              </a:ext>
            </a:extLst>
          </p:cNvPr>
          <p:cNvSpPr txBox="1"/>
          <p:nvPr/>
        </p:nvSpPr>
        <p:spPr>
          <a:xfrm>
            <a:off x="304800" y="3497728"/>
            <a:ext cx="288862" cy="246221"/>
          </a:xfrm>
          <a:prstGeom prst="rect">
            <a:avLst/>
          </a:prstGeom>
          <a:noFill/>
        </p:spPr>
        <p:txBody>
          <a:bodyPr wrap="none" rtlCol="0">
            <a:spAutoFit/>
          </a:bodyPr>
          <a:lstStyle/>
          <a:p>
            <a:pPr algn="l"/>
            <a:r>
              <a:rPr lang="en-US" altLang="zh-CN" sz="1000" dirty="0">
                <a:latin typeface="HSE Sans" panose="02000000000000000000" pitchFamily="2" charset="0"/>
              </a:rPr>
              <a:t>2)</a:t>
            </a:r>
            <a:endParaRPr lang="en-CN" sz="1000" dirty="0">
              <a:latin typeface="HSE Sans" panose="02000000000000000000" pitchFamily="2" charset="0"/>
            </a:endParaRPr>
          </a:p>
        </p:txBody>
      </p:sp>
      <p:sp>
        <p:nvSpPr>
          <p:cNvPr id="24" name="TextBox 23">
            <a:extLst>
              <a:ext uri="{FF2B5EF4-FFF2-40B4-BE49-F238E27FC236}">
                <a16:creationId xmlns:a16="http://schemas.microsoft.com/office/drawing/2014/main" id="{4FDA3254-F864-245C-DCFB-D81972451748}"/>
              </a:ext>
            </a:extLst>
          </p:cNvPr>
          <p:cNvSpPr txBox="1"/>
          <p:nvPr/>
        </p:nvSpPr>
        <p:spPr>
          <a:xfrm>
            <a:off x="519953" y="3497728"/>
            <a:ext cx="1047082"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a:t>
            </a:r>
            <a:r>
              <a:rPr lang="en-US" altLang="zh-CN" sz="1000" dirty="0">
                <a:highlight>
                  <a:srgbClr val="FF00FF"/>
                </a:highlight>
                <a:latin typeface="HSE Sans" panose="02000000000000000000" pitchFamily="2" charset="0"/>
              </a:rPr>
              <a:t>is</a:t>
            </a:r>
            <a:endParaRPr lang="en-CN" sz="1000" dirty="0">
              <a:highlight>
                <a:srgbClr val="FF00FF"/>
              </a:highlight>
              <a:latin typeface="HSE Sans" panose="02000000000000000000" pitchFamily="2" charset="0"/>
            </a:endParaRPr>
          </a:p>
        </p:txBody>
      </p:sp>
      <p:sp>
        <p:nvSpPr>
          <p:cNvPr id="26" name="TextBox 25">
            <a:extLst>
              <a:ext uri="{FF2B5EF4-FFF2-40B4-BE49-F238E27FC236}">
                <a16:creationId xmlns:a16="http://schemas.microsoft.com/office/drawing/2014/main" id="{C7D1C902-0C2E-972E-767C-C901DC3A1AD0}"/>
              </a:ext>
            </a:extLst>
          </p:cNvPr>
          <p:cNvSpPr txBox="1"/>
          <p:nvPr/>
        </p:nvSpPr>
        <p:spPr>
          <a:xfrm>
            <a:off x="3819327" y="3688391"/>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7" name="Rectangle 26">
            <a:extLst>
              <a:ext uri="{FF2B5EF4-FFF2-40B4-BE49-F238E27FC236}">
                <a16:creationId xmlns:a16="http://schemas.microsoft.com/office/drawing/2014/main" id="{950A5CC7-F589-822B-D726-F366F918D836}"/>
              </a:ext>
            </a:extLst>
          </p:cNvPr>
          <p:cNvSpPr/>
          <p:nvPr/>
        </p:nvSpPr>
        <p:spPr>
          <a:xfrm rot="16200000">
            <a:off x="3981934" y="3748747"/>
            <a:ext cx="950259" cy="12550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28" name="TextBox 27">
            <a:extLst>
              <a:ext uri="{FF2B5EF4-FFF2-40B4-BE49-F238E27FC236}">
                <a16:creationId xmlns:a16="http://schemas.microsoft.com/office/drawing/2014/main" id="{36C0EE09-7765-6981-6A79-7766BD0FBD7F}"/>
              </a:ext>
            </a:extLst>
          </p:cNvPr>
          <p:cNvSpPr txBox="1"/>
          <p:nvPr/>
        </p:nvSpPr>
        <p:spPr>
          <a:xfrm>
            <a:off x="4794718" y="3688391"/>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29" name="Rectangle 28">
            <a:extLst>
              <a:ext uri="{FF2B5EF4-FFF2-40B4-BE49-F238E27FC236}">
                <a16:creationId xmlns:a16="http://schemas.microsoft.com/office/drawing/2014/main" id="{71581276-9744-3EFD-E754-1B68900F863E}"/>
              </a:ext>
            </a:extLst>
          </p:cNvPr>
          <p:cNvSpPr/>
          <p:nvPr/>
        </p:nvSpPr>
        <p:spPr>
          <a:xfrm>
            <a:off x="5123795" y="3443020"/>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1/1</a:t>
            </a:r>
            <a:endParaRPr lang="en-CN" sz="1000" dirty="0">
              <a:solidFill>
                <a:schemeClr val="tx1"/>
              </a:solidFill>
            </a:endParaRPr>
          </a:p>
        </p:txBody>
      </p:sp>
      <p:sp>
        <p:nvSpPr>
          <p:cNvPr id="30" name="TextBox 29">
            <a:extLst>
              <a:ext uri="{FF2B5EF4-FFF2-40B4-BE49-F238E27FC236}">
                <a16:creationId xmlns:a16="http://schemas.microsoft.com/office/drawing/2014/main" id="{DF317BA0-E416-60F7-9809-8AB09EBD95F0}"/>
              </a:ext>
            </a:extLst>
          </p:cNvPr>
          <p:cNvSpPr txBox="1"/>
          <p:nvPr/>
        </p:nvSpPr>
        <p:spPr>
          <a:xfrm>
            <a:off x="6365299" y="3688389"/>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31" name="Rectangle 30">
            <a:extLst>
              <a:ext uri="{FF2B5EF4-FFF2-40B4-BE49-F238E27FC236}">
                <a16:creationId xmlns:a16="http://schemas.microsoft.com/office/drawing/2014/main" id="{6FD90A03-11E5-EB9F-4F27-33CA9CDB3901}"/>
              </a:ext>
            </a:extLst>
          </p:cNvPr>
          <p:cNvSpPr/>
          <p:nvPr/>
        </p:nvSpPr>
        <p:spPr>
          <a:xfrm>
            <a:off x="7619748" y="3439775"/>
            <a:ext cx="950259" cy="12550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32" name="TextBox 31">
            <a:extLst>
              <a:ext uri="{FF2B5EF4-FFF2-40B4-BE49-F238E27FC236}">
                <a16:creationId xmlns:a16="http://schemas.microsoft.com/office/drawing/2014/main" id="{3F0A775B-2F11-9C18-CB7B-59B0F75207E5}"/>
              </a:ext>
            </a:extLst>
          </p:cNvPr>
          <p:cNvSpPr txBox="1"/>
          <p:nvPr/>
        </p:nvSpPr>
        <p:spPr>
          <a:xfrm>
            <a:off x="9082867" y="3688389"/>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cxnSp>
        <p:nvCxnSpPr>
          <p:cNvPr id="34" name="Straight Connector 33">
            <a:extLst>
              <a:ext uri="{FF2B5EF4-FFF2-40B4-BE49-F238E27FC236}">
                <a16:creationId xmlns:a16="http://schemas.microsoft.com/office/drawing/2014/main" id="{2E099FB0-CEFB-94A0-D509-BA0997831AB2}"/>
              </a:ext>
            </a:extLst>
          </p:cNvPr>
          <p:cNvCxnSpPr/>
          <p:nvPr/>
        </p:nvCxnSpPr>
        <p:spPr>
          <a:xfrm>
            <a:off x="389467" y="4339913"/>
            <a:ext cx="11531600"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BCC4740-5AA7-FF97-333B-010347C352A3}"/>
              </a:ext>
            </a:extLst>
          </p:cNvPr>
          <p:cNvSpPr txBox="1"/>
          <p:nvPr/>
        </p:nvSpPr>
        <p:spPr>
          <a:xfrm>
            <a:off x="304801" y="4913648"/>
            <a:ext cx="288862" cy="246221"/>
          </a:xfrm>
          <a:prstGeom prst="rect">
            <a:avLst/>
          </a:prstGeom>
          <a:noFill/>
        </p:spPr>
        <p:txBody>
          <a:bodyPr wrap="none" rtlCol="0">
            <a:spAutoFit/>
          </a:bodyPr>
          <a:lstStyle/>
          <a:p>
            <a:pPr algn="l"/>
            <a:r>
              <a:rPr lang="en-US" altLang="zh-CN" sz="1000" dirty="0">
                <a:latin typeface="HSE Sans" panose="02000000000000000000" pitchFamily="2" charset="0"/>
              </a:rPr>
              <a:t>3)</a:t>
            </a:r>
            <a:endParaRPr lang="en-CN" sz="1000" dirty="0">
              <a:latin typeface="HSE Sans" panose="02000000000000000000" pitchFamily="2" charset="0"/>
            </a:endParaRPr>
          </a:p>
        </p:txBody>
      </p:sp>
      <p:sp>
        <p:nvSpPr>
          <p:cNvPr id="48" name="TextBox 47">
            <a:extLst>
              <a:ext uri="{FF2B5EF4-FFF2-40B4-BE49-F238E27FC236}">
                <a16:creationId xmlns:a16="http://schemas.microsoft.com/office/drawing/2014/main" id="{9E408277-3BDD-950A-C26A-5DE7AB175F5F}"/>
              </a:ext>
            </a:extLst>
          </p:cNvPr>
          <p:cNvSpPr txBox="1"/>
          <p:nvPr/>
        </p:nvSpPr>
        <p:spPr>
          <a:xfrm>
            <a:off x="519954" y="4913648"/>
            <a:ext cx="1250663" cy="246221"/>
          </a:xfrm>
          <a:prstGeom prst="rect">
            <a:avLst/>
          </a:prstGeom>
          <a:noFill/>
        </p:spPr>
        <p:txBody>
          <a:bodyPr wrap="none" rtlCol="0">
            <a:spAutoFit/>
          </a:bodyPr>
          <a:lstStyle/>
          <a:p>
            <a:r>
              <a:rPr lang="en-US" altLang="zh-CN" sz="1000" dirty="0">
                <a:highlight>
                  <a:srgbClr val="00FF00"/>
                </a:highlight>
                <a:latin typeface="HSE Sans" panose="02000000000000000000" pitchFamily="2" charset="0"/>
              </a:rPr>
              <a:t>HSE University is </a:t>
            </a:r>
            <a:r>
              <a:rPr lang="en-US" altLang="zh-CN" sz="1000" dirty="0">
                <a:highlight>
                  <a:srgbClr val="FF00FF"/>
                </a:highlight>
                <a:latin typeface="HSE Sans" panose="02000000000000000000" pitchFamily="2" charset="0"/>
              </a:rPr>
              <a:t>the</a:t>
            </a:r>
            <a:endParaRPr lang="en-CN" sz="1000" dirty="0">
              <a:highlight>
                <a:srgbClr val="FF00FF"/>
              </a:highlight>
              <a:latin typeface="HSE Sans" panose="02000000000000000000" pitchFamily="2" charset="0"/>
            </a:endParaRPr>
          </a:p>
        </p:txBody>
      </p:sp>
      <p:sp>
        <p:nvSpPr>
          <p:cNvPr id="50" name="TextBox 49">
            <a:extLst>
              <a:ext uri="{FF2B5EF4-FFF2-40B4-BE49-F238E27FC236}">
                <a16:creationId xmlns:a16="http://schemas.microsoft.com/office/drawing/2014/main" id="{B0E790AA-D0CA-5297-8554-65DADF7FDE65}"/>
              </a:ext>
            </a:extLst>
          </p:cNvPr>
          <p:cNvSpPr txBox="1"/>
          <p:nvPr/>
        </p:nvSpPr>
        <p:spPr>
          <a:xfrm>
            <a:off x="3819328" y="5104311"/>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1" name="Rectangle 50">
            <a:extLst>
              <a:ext uri="{FF2B5EF4-FFF2-40B4-BE49-F238E27FC236}">
                <a16:creationId xmlns:a16="http://schemas.microsoft.com/office/drawing/2014/main" id="{F55D9ADA-D3E7-4969-7185-9F24340F7234}"/>
              </a:ext>
            </a:extLst>
          </p:cNvPr>
          <p:cNvSpPr/>
          <p:nvPr/>
        </p:nvSpPr>
        <p:spPr>
          <a:xfrm rot="16200000">
            <a:off x="3818958" y="5157591"/>
            <a:ext cx="950259" cy="12550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52" name="TextBox 51">
            <a:extLst>
              <a:ext uri="{FF2B5EF4-FFF2-40B4-BE49-F238E27FC236}">
                <a16:creationId xmlns:a16="http://schemas.microsoft.com/office/drawing/2014/main" id="{912C8AD3-EE58-7417-51B5-14DF524105DD}"/>
              </a:ext>
            </a:extLst>
          </p:cNvPr>
          <p:cNvSpPr txBox="1"/>
          <p:nvPr/>
        </p:nvSpPr>
        <p:spPr>
          <a:xfrm>
            <a:off x="4794719" y="5104311"/>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4" name="TextBox 53">
            <a:extLst>
              <a:ext uri="{FF2B5EF4-FFF2-40B4-BE49-F238E27FC236}">
                <a16:creationId xmlns:a16="http://schemas.microsoft.com/office/drawing/2014/main" id="{EB52F34D-80EA-5A8F-441F-08A781566501}"/>
              </a:ext>
            </a:extLst>
          </p:cNvPr>
          <p:cNvSpPr txBox="1"/>
          <p:nvPr/>
        </p:nvSpPr>
        <p:spPr>
          <a:xfrm>
            <a:off x="6365300" y="5104309"/>
            <a:ext cx="300082"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5" name="Rectangle 54">
            <a:extLst>
              <a:ext uri="{FF2B5EF4-FFF2-40B4-BE49-F238E27FC236}">
                <a16:creationId xmlns:a16="http://schemas.microsoft.com/office/drawing/2014/main" id="{58E04A05-6A0F-4D7C-BE2F-E9FDA4A6956F}"/>
              </a:ext>
            </a:extLst>
          </p:cNvPr>
          <p:cNvSpPr/>
          <p:nvPr/>
        </p:nvSpPr>
        <p:spPr>
          <a:xfrm>
            <a:off x="7619749" y="4855695"/>
            <a:ext cx="950259" cy="12550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HSE</a:t>
            </a:r>
            <a:endParaRPr lang="en-CN" sz="1100" dirty="0">
              <a:solidFill>
                <a:schemeClr val="tx1"/>
              </a:solidFill>
            </a:endParaRPr>
          </a:p>
        </p:txBody>
      </p:sp>
      <p:sp>
        <p:nvSpPr>
          <p:cNvPr id="56" name="TextBox 55">
            <a:extLst>
              <a:ext uri="{FF2B5EF4-FFF2-40B4-BE49-F238E27FC236}">
                <a16:creationId xmlns:a16="http://schemas.microsoft.com/office/drawing/2014/main" id="{9460FB1A-2F47-79E6-4B1D-443E66C7FBE6}"/>
              </a:ext>
            </a:extLst>
          </p:cNvPr>
          <p:cNvSpPr txBox="1"/>
          <p:nvPr/>
        </p:nvSpPr>
        <p:spPr>
          <a:xfrm>
            <a:off x="9082868" y="5104309"/>
            <a:ext cx="248786" cy="246221"/>
          </a:xfrm>
          <a:prstGeom prst="rect">
            <a:avLst/>
          </a:prstGeom>
          <a:noFill/>
        </p:spPr>
        <p:txBody>
          <a:bodyPr wrap="none" rtlCol="0">
            <a:spAutoFit/>
          </a:bodyPr>
          <a:lstStyle/>
          <a:p>
            <a:pPr algn="l"/>
            <a:r>
              <a:rPr lang="en-US" altLang="zh-CN" sz="1000" dirty="0">
                <a:latin typeface="HSE Sans" panose="02000000000000000000" pitchFamily="2" charset="0"/>
              </a:rPr>
              <a:t>=</a:t>
            </a:r>
            <a:endParaRPr lang="en-CN" sz="1000" dirty="0">
              <a:latin typeface="HSE Sans" panose="02000000000000000000" pitchFamily="2" charset="0"/>
            </a:endParaRPr>
          </a:p>
        </p:txBody>
      </p:sp>
      <p:sp>
        <p:nvSpPr>
          <p:cNvPr id="58" name="Rectangle 57">
            <a:extLst>
              <a:ext uri="{FF2B5EF4-FFF2-40B4-BE49-F238E27FC236}">
                <a16:creationId xmlns:a16="http://schemas.microsoft.com/office/drawing/2014/main" id="{06FA5A4E-63BE-8A05-0981-9F1680B3698E}"/>
              </a:ext>
            </a:extLst>
          </p:cNvPr>
          <p:cNvSpPr/>
          <p:nvPr/>
        </p:nvSpPr>
        <p:spPr>
          <a:xfrm>
            <a:off x="5497342" y="3443020"/>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59" name="Rectangle 58">
            <a:extLst>
              <a:ext uri="{FF2B5EF4-FFF2-40B4-BE49-F238E27FC236}">
                <a16:creationId xmlns:a16="http://schemas.microsoft.com/office/drawing/2014/main" id="{64BB405E-FD94-B92A-28AB-F1CDBA137CFC}"/>
              </a:ext>
            </a:extLst>
          </p:cNvPr>
          <p:cNvSpPr/>
          <p:nvPr/>
        </p:nvSpPr>
        <p:spPr>
          <a:xfrm>
            <a:off x="5123794" y="3809502"/>
            <a:ext cx="373547" cy="37354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2/1</a:t>
            </a:r>
            <a:endParaRPr lang="en-CN" sz="1000" dirty="0">
              <a:solidFill>
                <a:schemeClr val="tx1"/>
              </a:solidFill>
            </a:endParaRPr>
          </a:p>
        </p:txBody>
      </p:sp>
      <p:sp>
        <p:nvSpPr>
          <p:cNvPr id="60" name="Rectangle 59">
            <a:extLst>
              <a:ext uri="{FF2B5EF4-FFF2-40B4-BE49-F238E27FC236}">
                <a16:creationId xmlns:a16="http://schemas.microsoft.com/office/drawing/2014/main" id="{564652C3-3F89-7C62-0EB4-7140F8F050F0}"/>
              </a:ext>
            </a:extLst>
          </p:cNvPr>
          <p:cNvSpPr/>
          <p:nvPr/>
        </p:nvSpPr>
        <p:spPr>
          <a:xfrm>
            <a:off x="5497341" y="3810108"/>
            <a:ext cx="373547" cy="37354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2/2</a:t>
            </a:r>
            <a:endParaRPr lang="en-CN" sz="1000" dirty="0">
              <a:solidFill>
                <a:schemeClr val="tx1"/>
              </a:solidFill>
            </a:endParaRPr>
          </a:p>
        </p:txBody>
      </p:sp>
      <p:sp>
        <p:nvSpPr>
          <p:cNvPr id="61" name="Rectangle 60">
            <a:extLst>
              <a:ext uri="{FF2B5EF4-FFF2-40B4-BE49-F238E27FC236}">
                <a16:creationId xmlns:a16="http://schemas.microsoft.com/office/drawing/2014/main" id="{BC22E24B-8966-E98C-E644-01901BD768EC}"/>
              </a:ext>
            </a:extLst>
          </p:cNvPr>
          <p:cNvSpPr/>
          <p:nvPr/>
        </p:nvSpPr>
        <p:spPr>
          <a:xfrm>
            <a:off x="2757145" y="3567040"/>
            <a:ext cx="950259" cy="12550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2" name="Rectangle 61">
            <a:extLst>
              <a:ext uri="{FF2B5EF4-FFF2-40B4-BE49-F238E27FC236}">
                <a16:creationId xmlns:a16="http://schemas.microsoft.com/office/drawing/2014/main" id="{AF827AAE-C18E-1E23-4ED5-B7A3618E7A67}"/>
              </a:ext>
            </a:extLst>
          </p:cNvPr>
          <p:cNvSpPr/>
          <p:nvPr/>
        </p:nvSpPr>
        <p:spPr>
          <a:xfrm rot="16200000">
            <a:off x="4106704" y="3748747"/>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3" name="Rectangle 62">
            <a:extLst>
              <a:ext uri="{FF2B5EF4-FFF2-40B4-BE49-F238E27FC236}">
                <a16:creationId xmlns:a16="http://schemas.microsoft.com/office/drawing/2014/main" id="{789F9D1C-A776-BBC3-DA9F-E1E6A29BB8AE}"/>
              </a:ext>
            </a:extLst>
          </p:cNvPr>
          <p:cNvSpPr/>
          <p:nvPr/>
        </p:nvSpPr>
        <p:spPr>
          <a:xfrm>
            <a:off x="7619748" y="3567040"/>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4" name="Rectangle 63">
            <a:extLst>
              <a:ext uri="{FF2B5EF4-FFF2-40B4-BE49-F238E27FC236}">
                <a16:creationId xmlns:a16="http://schemas.microsoft.com/office/drawing/2014/main" id="{E4D4A91B-80EE-885C-252D-F44F36DC4FC5}"/>
              </a:ext>
            </a:extLst>
          </p:cNvPr>
          <p:cNvSpPr/>
          <p:nvPr/>
        </p:nvSpPr>
        <p:spPr>
          <a:xfrm>
            <a:off x="9648897" y="3739724"/>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66" name="Rectangle 65">
            <a:extLst>
              <a:ext uri="{FF2B5EF4-FFF2-40B4-BE49-F238E27FC236}">
                <a16:creationId xmlns:a16="http://schemas.microsoft.com/office/drawing/2014/main" id="{75611058-4D29-0AFE-189C-9296E420334E}"/>
              </a:ext>
            </a:extLst>
          </p:cNvPr>
          <p:cNvSpPr/>
          <p:nvPr/>
        </p:nvSpPr>
        <p:spPr>
          <a:xfrm>
            <a:off x="2757144" y="5104309"/>
            <a:ext cx="950259" cy="125506"/>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67" name="Rectangle 66">
            <a:extLst>
              <a:ext uri="{FF2B5EF4-FFF2-40B4-BE49-F238E27FC236}">
                <a16:creationId xmlns:a16="http://schemas.microsoft.com/office/drawing/2014/main" id="{481FADD0-5828-9A34-FAED-B141C0511FBD}"/>
              </a:ext>
            </a:extLst>
          </p:cNvPr>
          <p:cNvSpPr/>
          <p:nvPr/>
        </p:nvSpPr>
        <p:spPr>
          <a:xfrm rot="16200000">
            <a:off x="3941106" y="5157591"/>
            <a:ext cx="950259" cy="12550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68" name="Rectangle 67">
            <a:extLst>
              <a:ext uri="{FF2B5EF4-FFF2-40B4-BE49-F238E27FC236}">
                <a16:creationId xmlns:a16="http://schemas.microsoft.com/office/drawing/2014/main" id="{F48FA763-DAB9-82B5-5A7F-7679F53365B1}"/>
              </a:ext>
            </a:extLst>
          </p:cNvPr>
          <p:cNvSpPr/>
          <p:nvPr/>
        </p:nvSpPr>
        <p:spPr>
          <a:xfrm rot="16200000">
            <a:off x="4065098" y="5157591"/>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69" name="Rectangle 68">
            <a:extLst>
              <a:ext uri="{FF2B5EF4-FFF2-40B4-BE49-F238E27FC236}">
                <a16:creationId xmlns:a16="http://schemas.microsoft.com/office/drawing/2014/main" id="{9AA9426A-0667-24F2-D8B3-1D76819D5B07}"/>
              </a:ext>
            </a:extLst>
          </p:cNvPr>
          <p:cNvSpPr/>
          <p:nvPr/>
        </p:nvSpPr>
        <p:spPr>
          <a:xfrm>
            <a:off x="5110485" y="4695320"/>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1/1</a:t>
            </a:r>
            <a:endParaRPr lang="en-CN" sz="1000" dirty="0">
              <a:solidFill>
                <a:schemeClr val="tx1"/>
              </a:solidFill>
            </a:endParaRPr>
          </a:p>
        </p:txBody>
      </p:sp>
      <p:sp>
        <p:nvSpPr>
          <p:cNvPr id="70" name="Rectangle 69">
            <a:extLst>
              <a:ext uri="{FF2B5EF4-FFF2-40B4-BE49-F238E27FC236}">
                <a16:creationId xmlns:a16="http://schemas.microsoft.com/office/drawing/2014/main" id="{6F876385-DB3C-9F95-2999-39499EB8A5BE}"/>
              </a:ext>
            </a:extLst>
          </p:cNvPr>
          <p:cNvSpPr/>
          <p:nvPr/>
        </p:nvSpPr>
        <p:spPr>
          <a:xfrm>
            <a:off x="5484032" y="4695320"/>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71" name="Rectangle 70">
            <a:extLst>
              <a:ext uri="{FF2B5EF4-FFF2-40B4-BE49-F238E27FC236}">
                <a16:creationId xmlns:a16="http://schemas.microsoft.com/office/drawing/2014/main" id="{2DFC8D7C-80C2-813A-D10F-89558BADBC96}"/>
              </a:ext>
            </a:extLst>
          </p:cNvPr>
          <p:cNvSpPr/>
          <p:nvPr/>
        </p:nvSpPr>
        <p:spPr>
          <a:xfrm>
            <a:off x="5110484" y="5061802"/>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2/1</a:t>
            </a:r>
            <a:endParaRPr lang="en-CN" sz="1000" dirty="0">
              <a:solidFill>
                <a:schemeClr val="tx1"/>
              </a:solidFill>
            </a:endParaRPr>
          </a:p>
        </p:txBody>
      </p:sp>
      <p:sp>
        <p:nvSpPr>
          <p:cNvPr id="72" name="Rectangle 71">
            <a:extLst>
              <a:ext uri="{FF2B5EF4-FFF2-40B4-BE49-F238E27FC236}">
                <a16:creationId xmlns:a16="http://schemas.microsoft.com/office/drawing/2014/main" id="{9643B86A-4E9A-03A8-A5FC-12138FFCA313}"/>
              </a:ext>
            </a:extLst>
          </p:cNvPr>
          <p:cNvSpPr/>
          <p:nvPr/>
        </p:nvSpPr>
        <p:spPr>
          <a:xfrm>
            <a:off x="5484031" y="5062408"/>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2/2</a:t>
            </a:r>
            <a:endParaRPr lang="en-CN" sz="1000" dirty="0">
              <a:solidFill>
                <a:schemeClr val="tx1"/>
              </a:solidFill>
            </a:endParaRPr>
          </a:p>
        </p:txBody>
      </p:sp>
      <p:sp>
        <p:nvSpPr>
          <p:cNvPr id="73" name="Rectangle 72">
            <a:extLst>
              <a:ext uri="{FF2B5EF4-FFF2-40B4-BE49-F238E27FC236}">
                <a16:creationId xmlns:a16="http://schemas.microsoft.com/office/drawing/2014/main" id="{7A957859-709C-A4B9-DA19-9551DE6EF69E}"/>
              </a:ext>
            </a:extLst>
          </p:cNvPr>
          <p:cNvSpPr/>
          <p:nvPr/>
        </p:nvSpPr>
        <p:spPr>
          <a:xfrm>
            <a:off x="5858722" y="4695320"/>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74" name="Rectangle 73">
            <a:extLst>
              <a:ext uri="{FF2B5EF4-FFF2-40B4-BE49-F238E27FC236}">
                <a16:creationId xmlns:a16="http://schemas.microsoft.com/office/drawing/2014/main" id="{E8DA1444-F8D8-8E02-560F-2F6EE75F312B}"/>
              </a:ext>
            </a:extLst>
          </p:cNvPr>
          <p:cNvSpPr/>
          <p:nvPr/>
        </p:nvSpPr>
        <p:spPr>
          <a:xfrm>
            <a:off x="5857578" y="5062718"/>
            <a:ext cx="373547" cy="373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mask</a:t>
            </a:r>
            <a:endParaRPr lang="en-CN" sz="1000" dirty="0">
              <a:solidFill>
                <a:schemeClr val="tx1"/>
              </a:solidFill>
            </a:endParaRPr>
          </a:p>
        </p:txBody>
      </p:sp>
      <p:sp>
        <p:nvSpPr>
          <p:cNvPr id="75" name="Rectangle 74">
            <a:extLst>
              <a:ext uri="{FF2B5EF4-FFF2-40B4-BE49-F238E27FC236}">
                <a16:creationId xmlns:a16="http://schemas.microsoft.com/office/drawing/2014/main" id="{E9CA0C37-A367-F0C5-11A2-C57A644D1A9A}"/>
              </a:ext>
            </a:extLst>
          </p:cNvPr>
          <p:cNvSpPr/>
          <p:nvPr/>
        </p:nvSpPr>
        <p:spPr>
          <a:xfrm>
            <a:off x="5110484" y="5432120"/>
            <a:ext cx="373547" cy="37354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3/1</a:t>
            </a:r>
            <a:endParaRPr lang="en-CN" sz="1000" dirty="0">
              <a:solidFill>
                <a:schemeClr val="tx1"/>
              </a:solidFill>
            </a:endParaRPr>
          </a:p>
        </p:txBody>
      </p:sp>
      <p:sp>
        <p:nvSpPr>
          <p:cNvPr id="76" name="Rectangle 75">
            <a:extLst>
              <a:ext uri="{FF2B5EF4-FFF2-40B4-BE49-F238E27FC236}">
                <a16:creationId xmlns:a16="http://schemas.microsoft.com/office/drawing/2014/main" id="{2AFEC56E-4681-D79E-9D42-65F303B308D0}"/>
              </a:ext>
            </a:extLst>
          </p:cNvPr>
          <p:cNvSpPr/>
          <p:nvPr/>
        </p:nvSpPr>
        <p:spPr>
          <a:xfrm>
            <a:off x="5484031" y="5432726"/>
            <a:ext cx="373547" cy="37354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3/2</a:t>
            </a:r>
            <a:endParaRPr lang="en-CN" sz="1000" dirty="0">
              <a:solidFill>
                <a:schemeClr val="tx1"/>
              </a:solidFill>
            </a:endParaRPr>
          </a:p>
        </p:txBody>
      </p:sp>
      <p:sp>
        <p:nvSpPr>
          <p:cNvPr id="77" name="Rectangle 76">
            <a:extLst>
              <a:ext uri="{FF2B5EF4-FFF2-40B4-BE49-F238E27FC236}">
                <a16:creationId xmlns:a16="http://schemas.microsoft.com/office/drawing/2014/main" id="{89D63DDA-F66C-48E7-43F1-DFB58EA0E703}"/>
              </a:ext>
            </a:extLst>
          </p:cNvPr>
          <p:cNvSpPr/>
          <p:nvPr/>
        </p:nvSpPr>
        <p:spPr>
          <a:xfrm>
            <a:off x="5852319" y="5432120"/>
            <a:ext cx="373547" cy="37354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3/3</a:t>
            </a:r>
            <a:endParaRPr lang="en-CN" sz="1000" dirty="0">
              <a:solidFill>
                <a:schemeClr val="tx1"/>
              </a:solidFill>
            </a:endParaRPr>
          </a:p>
        </p:txBody>
      </p:sp>
      <p:sp>
        <p:nvSpPr>
          <p:cNvPr id="81" name="Rectangle 80">
            <a:extLst>
              <a:ext uri="{FF2B5EF4-FFF2-40B4-BE49-F238E27FC236}">
                <a16:creationId xmlns:a16="http://schemas.microsoft.com/office/drawing/2014/main" id="{5698F8EE-3630-C21C-7C7F-5BB88F9E3E0F}"/>
              </a:ext>
            </a:extLst>
          </p:cNvPr>
          <p:cNvSpPr/>
          <p:nvPr/>
        </p:nvSpPr>
        <p:spPr>
          <a:xfrm>
            <a:off x="7619748" y="4978803"/>
            <a:ext cx="950259" cy="12550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University</a:t>
            </a:r>
            <a:endParaRPr lang="en-CN" sz="1100" dirty="0">
              <a:solidFill>
                <a:schemeClr val="tx1"/>
              </a:solidFill>
            </a:endParaRPr>
          </a:p>
        </p:txBody>
      </p:sp>
      <p:sp>
        <p:nvSpPr>
          <p:cNvPr id="82" name="Rectangle 81">
            <a:extLst>
              <a:ext uri="{FF2B5EF4-FFF2-40B4-BE49-F238E27FC236}">
                <a16:creationId xmlns:a16="http://schemas.microsoft.com/office/drawing/2014/main" id="{87A1CDC3-5C5A-5E87-8797-119D3F226A23}"/>
              </a:ext>
            </a:extLst>
          </p:cNvPr>
          <p:cNvSpPr/>
          <p:nvPr/>
        </p:nvSpPr>
        <p:spPr>
          <a:xfrm>
            <a:off x="7619747" y="5104309"/>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is</a:t>
            </a:r>
            <a:endParaRPr lang="en-CN" sz="1100" dirty="0">
              <a:solidFill>
                <a:schemeClr val="tx1"/>
              </a:solidFill>
            </a:endParaRPr>
          </a:p>
        </p:txBody>
      </p:sp>
      <p:sp>
        <p:nvSpPr>
          <p:cNvPr id="84" name="Rectangle 83">
            <a:extLst>
              <a:ext uri="{FF2B5EF4-FFF2-40B4-BE49-F238E27FC236}">
                <a16:creationId xmlns:a16="http://schemas.microsoft.com/office/drawing/2014/main" id="{E5198BA9-846D-0967-F77A-A81D83BEC81C}"/>
              </a:ext>
            </a:extLst>
          </p:cNvPr>
          <p:cNvSpPr/>
          <p:nvPr/>
        </p:nvSpPr>
        <p:spPr>
          <a:xfrm>
            <a:off x="9648897" y="5151746"/>
            <a:ext cx="950259" cy="1255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the</a:t>
            </a:r>
            <a:endParaRPr lang="en-CN" sz="1100" dirty="0">
              <a:solidFill>
                <a:schemeClr val="tx1"/>
              </a:solidFill>
            </a:endParaRPr>
          </a:p>
        </p:txBody>
      </p:sp>
    </p:spTree>
    <p:extLst>
      <p:ext uri="{BB962C8B-B14F-4D97-AF65-F5344CB8AC3E}">
        <p14:creationId xmlns:p14="http://schemas.microsoft.com/office/powerpoint/2010/main" val="3642361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FAE90-8E69-5B5B-9021-2AAFDF1D0DE1}"/>
            </a:ext>
          </a:extLst>
        </p:cNvPr>
        <p:cNvGrpSpPr/>
        <p:nvPr/>
      </p:nvGrpSpPr>
      <p:grpSpPr>
        <a:xfrm>
          <a:off x="0" y="0"/>
          <a:ext cx="0" cy="0"/>
          <a:chOff x="0" y="0"/>
          <a:chExt cx="0" cy="0"/>
        </a:xfrm>
      </p:grpSpPr>
      <p:sp>
        <p:nvSpPr>
          <p:cNvPr id="5" name="Текст 4">
            <a:extLst>
              <a:ext uri="{FF2B5EF4-FFF2-40B4-BE49-F238E27FC236}">
                <a16:creationId xmlns:a16="http://schemas.microsoft.com/office/drawing/2014/main" id="{BA7AA288-5D69-B303-8A25-1426E0ED4104}"/>
              </a:ext>
            </a:extLst>
          </p:cNvPr>
          <p:cNvSpPr txBox="1">
            <a:spLocks/>
          </p:cNvSpPr>
          <p:nvPr/>
        </p:nvSpPr>
        <p:spPr>
          <a:xfrm>
            <a:off x="1133528" y="502639"/>
            <a:ext cx="3597498"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KV</a:t>
            </a:r>
            <a:r>
              <a:rPr lang="zh-CN" altLang="en-US" sz="1400" dirty="0"/>
              <a:t> </a:t>
            </a:r>
            <a:r>
              <a:rPr lang="en-US" altLang="zh-CN" sz="1400" dirty="0"/>
              <a:t>Cache</a:t>
            </a:r>
            <a:r>
              <a:rPr lang="zh-CN" altLang="en-US" sz="1400" dirty="0"/>
              <a:t> </a:t>
            </a:r>
            <a:r>
              <a:rPr lang="en-US" altLang="zh-CN" sz="1400" dirty="0"/>
              <a:t>Example</a:t>
            </a:r>
            <a:r>
              <a:rPr lang="zh-CN" altLang="en-US" sz="1400" dirty="0"/>
              <a:t> </a:t>
            </a:r>
            <a:r>
              <a:rPr lang="en-US" altLang="zh-CN" sz="1400" dirty="0"/>
              <a:t>(</a:t>
            </a:r>
            <a:r>
              <a:rPr lang="en-US" sz="1400" dirty="0"/>
              <a:t>Multi Turn Conversations</a:t>
            </a:r>
            <a:r>
              <a:rPr lang="en-US" altLang="zh-CN" sz="1400" dirty="0"/>
              <a:t>)</a:t>
            </a:r>
            <a:endParaRPr lang="ru-RU" sz="1400" dirty="0"/>
          </a:p>
        </p:txBody>
      </p:sp>
      <p:sp>
        <p:nvSpPr>
          <p:cNvPr id="2" name="Rounded Rectangle 1">
            <a:extLst>
              <a:ext uri="{FF2B5EF4-FFF2-40B4-BE49-F238E27FC236}">
                <a16:creationId xmlns:a16="http://schemas.microsoft.com/office/drawing/2014/main" id="{35FEECCF-42E5-9A45-922B-D7661F743DC2}"/>
              </a:ext>
            </a:extLst>
          </p:cNvPr>
          <p:cNvSpPr/>
          <p:nvPr/>
        </p:nvSpPr>
        <p:spPr>
          <a:xfrm>
            <a:off x="576936" y="1678102"/>
            <a:ext cx="973568" cy="407504"/>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1</a:t>
            </a:r>
            <a:r>
              <a:rPr lang="zh-CN" altLang="en-US" sz="1200" dirty="0">
                <a:solidFill>
                  <a:schemeClr val="tx1"/>
                </a:solidFill>
              </a:rPr>
              <a:t> </a:t>
            </a:r>
            <a:r>
              <a:rPr lang="en-US" altLang="zh-CN" sz="1200" dirty="0">
                <a:solidFill>
                  <a:schemeClr val="tx1"/>
                </a:solidFill>
              </a:rPr>
              <a:t>(Q)</a:t>
            </a:r>
            <a:endParaRPr lang="en-CN" sz="1200" dirty="0">
              <a:solidFill>
                <a:schemeClr val="tx1"/>
              </a:solidFill>
            </a:endParaRPr>
          </a:p>
        </p:txBody>
      </p:sp>
      <p:sp>
        <p:nvSpPr>
          <p:cNvPr id="3" name="Rounded Rectangle 2">
            <a:extLst>
              <a:ext uri="{FF2B5EF4-FFF2-40B4-BE49-F238E27FC236}">
                <a16:creationId xmlns:a16="http://schemas.microsoft.com/office/drawing/2014/main" id="{8C4548D7-DFDF-0F81-79F6-CEA1EEC67015}"/>
              </a:ext>
            </a:extLst>
          </p:cNvPr>
          <p:cNvSpPr/>
          <p:nvPr/>
        </p:nvSpPr>
        <p:spPr>
          <a:xfrm>
            <a:off x="1664209" y="1678102"/>
            <a:ext cx="973568" cy="40750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1</a:t>
            </a:r>
            <a:r>
              <a:rPr lang="zh-CN" altLang="en-US" sz="1200" dirty="0">
                <a:solidFill>
                  <a:schemeClr val="tx1"/>
                </a:solidFill>
              </a:rPr>
              <a:t> </a:t>
            </a:r>
            <a:r>
              <a:rPr lang="en-US" altLang="zh-CN" sz="1200" dirty="0">
                <a:solidFill>
                  <a:schemeClr val="tx1"/>
                </a:solidFill>
              </a:rPr>
              <a:t>(A)</a:t>
            </a:r>
            <a:endParaRPr lang="en-CN" sz="1200" dirty="0">
              <a:solidFill>
                <a:schemeClr val="tx1"/>
              </a:solidFill>
            </a:endParaRPr>
          </a:p>
        </p:txBody>
      </p:sp>
      <p:sp>
        <p:nvSpPr>
          <p:cNvPr id="4" name="Rounded Rectangle 3">
            <a:extLst>
              <a:ext uri="{FF2B5EF4-FFF2-40B4-BE49-F238E27FC236}">
                <a16:creationId xmlns:a16="http://schemas.microsoft.com/office/drawing/2014/main" id="{B8116F4E-DC37-E24B-4ED9-3D966C9D1637}"/>
              </a:ext>
            </a:extLst>
          </p:cNvPr>
          <p:cNvSpPr/>
          <p:nvPr/>
        </p:nvSpPr>
        <p:spPr>
          <a:xfrm>
            <a:off x="576935" y="2349799"/>
            <a:ext cx="2060841" cy="40750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Chat</a:t>
            </a:r>
            <a:r>
              <a:rPr lang="zh-CN" altLang="en-US" sz="1200" dirty="0">
                <a:solidFill>
                  <a:schemeClr val="tx1"/>
                </a:solidFill>
              </a:rPr>
              <a:t> </a:t>
            </a:r>
            <a:r>
              <a:rPr lang="en-US" altLang="zh-CN" sz="1200" dirty="0">
                <a:solidFill>
                  <a:schemeClr val="tx1"/>
                </a:solidFill>
              </a:rPr>
              <a:t>History</a:t>
            </a:r>
            <a:endParaRPr lang="en-CN" sz="1200" dirty="0">
              <a:solidFill>
                <a:schemeClr val="tx1"/>
              </a:solidFill>
            </a:endParaRPr>
          </a:p>
        </p:txBody>
      </p:sp>
      <p:sp>
        <p:nvSpPr>
          <p:cNvPr id="6" name="Rounded Rectangle 5">
            <a:extLst>
              <a:ext uri="{FF2B5EF4-FFF2-40B4-BE49-F238E27FC236}">
                <a16:creationId xmlns:a16="http://schemas.microsoft.com/office/drawing/2014/main" id="{277B8943-466B-8FE0-08C2-4662A3599809}"/>
              </a:ext>
            </a:extLst>
          </p:cNvPr>
          <p:cNvSpPr/>
          <p:nvPr/>
        </p:nvSpPr>
        <p:spPr>
          <a:xfrm>
            <a:off x="2765329" y="2349799"/>
            <a:ext cx="973568" cy="407504"/>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2</a:t>
            </a:r>
            <a:r>
              <a:rPr lang="zh-CN" altLang="en-US" sz="1200" dirty="0">
                <a:solidFill>
                  <a:schemeClr val="tx1"/>
                </a:solidFill>
              </a:rPr>
              <a:t> </a:t>
            </a:r>
            <a:r>
              <a:rPr lang="en-US" altLang="zh-CN" sz="1200" dirty="0">
                <a:solidFill>
                  <a:schemeClr val="tx1"/>
                </a:solidFill>
              </a:rPr>
              <a:t>(Q)</a:t>
            </a:r>
            <a:endParaRPr lang="en-CN" sz="1200" dirty="0">
              <a:solidFill>
                <a:schemeClr val="tx1"/>
              </a:solidFill>
            </a:endParaRPr>
          </a:p>
        </p:txBody>
      </p:sp>
      <p:sp>
        <p:nvSpPr>
          <p:cNvPr id="7" name="Rounded Rectangle 6">
            <a:extLst>
              <a:ext uri="{FF2B5EF4-FFF2-40B4-BE49-F238E27FC236}">
                <a16:creationId xmlns:a16="http://schemas.microsoft.com/office/drawing/2014/main" id="{355ABD3E-DE7D-8BDD-3751-FB997FD5D4CE}"/>
              </a:ext>
            </a:extLst>
          </p:cNvPr>
          <p:cNvSpPr/>
          <p:nvPr/>
        </p:nvSpPr>
        <p:spPr>
          <a:xfrm>
            <a:off x="3852602" y="2349799"/>
            <a:ext cx="973568" cy="40750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2</a:t>
            </a:r>
            <a:r>
              <a:rPr lang="zh-CN" altLang="en-US" sz="1200" dirty="0">
                <a:solidFill>
                  <a:schemeClr val="tx1"/>
                </a:solidFill>
              </a:rPr>
              <a:t> </a:t>
            </a:r>
            <a:r>
              <a:rPr lang="en-US" altLang="zh-CN" sz="1200" dirty="0">
                <a:solidFill>
                  <a:schemeClr val="tx1"/>
                </a:solidFill>
              </a:rPr>
              <a:t>(A)</a:t>
            </a:r>
            <a:endParaRPr lang="en-CN" sz="1200" dirty="0">
              <a:solidFill>
                <a:schemeClr val="tx1"/>
              </a:solidFill>
            </a:endParaRPr>
          </a:p>
        </p:txBody>
      </p:sp>
      <p:sp>
        <p:nvSpPr>
          <p:cNvPr id="8" name="Rounded Rectangle 7">
            <a:extLst>
              <a:ext uri="{FF2B5EF4-FFF2-40B4-BE49-F238E27FC236}">
                <a16:creationId xmlns:a16="http://schemas.microsoft.com/office/drawing/2014/main" id="{41311985-D785-DE28-0AE8-020C0D968246}"/>
              </a:ext>
            </a:extLst>
          </p:cNvPr>
          <p:cNvSpPr/>
          <p:nvPr/>
        </p:nvSpPr>
        <p:spPr>
          <a:xfrm>
            <a:off x="576935" y="3021496"/>
            <a:ext cx="4249235" cy="40750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Chat</a:t>
            </a:r>
            <a:r>
              <a:rPr lang="zh-CN" altLang="en-US" sz="1200" dirty="0">
                <a:solidFill>
                  <a:schemeClr val="tx1"/>
                </a:solidFill>
              </a:rPr>
              <a:t> </a:t>
            </a:r>
            <a:r>
              <a:rPr lang="en-US" altLang="zh-CN" sz="1200" dirty="0">
                <a:solidFill>
                  <a:schemeClr val="tx1"/>
                </a:solidFill>
              </a:rPr>
              <a:t>History</a:t>
            </a:r>
            <a:endParaRPr lang="en-CN" sz="1200" dirty="0">
              <a:solidFill>
                <a:schemeClr val="tx1"/>
              </a:solidFill>
            </a:endParaRPr>
          </a:p>
        </p:txBody>
      </p:sp>
      <p:sp>
        <p:nvSpPr>
          <p:cNvPr id="9" name="Rounded Rectangle 8">
            <a:extLst>
              <a:ext uri="{FF2B5EF4-FFF2-40B4-BE49-F238E27FC236}">
                <a16:creationId xmlns:a16="http://schemas.microsoft.com/office/drawing/2014/main" id="{1AF20826-8693-B282-F841-D27195DE3C81}"/>
              </a:ext>
            </a:extLst>
          </p:cNvPr>
          <p:cNvSpPr/>
          <p:nvPr/>
        </p:nvSpPr>
        <p:spPr>
          <a:xfrm>
            <a:off x="4975129" y="3021496"/>
            <a:ext cx="973568" cy="407504"/>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3</a:t>
            </a:r>
            <a:r>
              <a:rPr lang="zh-CN" altLang="en-US" sz="1200" dirty="0">
                <a:solidFill>
                  <a:schemeClr val="tx1"/>
                </a:solidFill>
              </a:rPr>
              <a:t> </a:t>
            </a:r>
            <a:r>
              <a:rPr lang="en-US" altLang="zh-CN" sz="1200" dirty="0">
                <a:solidFill>
                  <a:schemeClr val="tx1"/>
                </a:solidFill>
              </a:rPr>
              <a:t>(Q)</a:t>
            </a:r>
            <a:endParaRPr lang="en-CN" sz="1200" dirty="0">
              <a:solidFill>
                <a:schemeClr val="tx1"/>
              </a:solidFill>
            </a:endParaRPr>
          </a:p>
        </p:txBody>
      </p:sp>
      <p:sp>
        <p:nvSpPr>
          <p:cNvPr id="10" name="Rounded Rectangle 9">
            <a:extLst>
              <a:ext uri="{FF2B5EF4-FFF2-40B4-BE49-F238E27FC236}">
                <a16:creationId xmlns:a16="http://schemas.microsoft.com/office/drawing/2014/main" id="{8BE7ADE0-B6E2-7284-9597-7C2DB1951CC0}"/>
              </a:ext>
            </a:extLst>
          </p:cNvPr>
          <p:cNvSpPr/>
          <p:nvPr/>
        </p:nvSpPr>
        <p:spPr>
          <a:xfrm>
            <a:off x="6062402" y="3021496"/>
            <a:ext cx="973568" cy="40750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3</a:t>
            </a:r>
            <a:r>
              <a:rPr lang="zh-CN" altLang="en-US" sz="1200" dirty="0">
                <a:solidFill>
                  <a:schemeClr val="tx1"/>
                </a:solidFill>
              </a:rPr>
              <a:t> </a:t>
            </a:r>
            <a:r>
              <a:rPr lang="en-US" altLang="zh-CN" sz="1200" dirty="0">
                <a:solidFill>
                  <a:schemeClr val="tx1"/>
                </a:solidFill>
              </a:rPr>
              <a:t>(A)</a:t>
            </a:r>
            <a:endParaRPr lang="en-CN" sz="1200" dirty="0">
              <a:solidFill>
                <a:schemeClr val="tx1"/>
              </a:solidFill>
            </a:endParaRPr>
          </a:p>
        </p:txBody>
      </p:sp>
      <p:sp>
        <p:nvSpPr>
          <p:cNvPr id="11" name="Rounded Rectangle 10">
            <a:extLst>
              <a:ext uri="{FF2B5EF4-FFF2-40B4-BE49-F238E27FC236}">
                <a16:creationId xmlns:a16="http://schemas.microsoft.com/office/drawing/2014/main" id="{1FC880C7-017D-E033-E88D-39D9147DB7DA}"/>
              </a:ext>
            </a:extLst>
          </p:cNvPr>
          <p:cNvSpPr/>
          <p:nvPr/>
        </p:nvSpPr>
        <p:spPr>
          <a:xfrm>
            <a:off x="576934" y="3693193"/>
            <a:ext cx="6459036" cy="40750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Chat</a:t>
            </a:r>
            <a:r>
              <a:rPr lang="zh-CN" altLang="en-US" sz="1200" dirty="0">
                <a:solidFill>
                  <a:schemeClr val="tx1"/>
                </a:solidFill>
              </a:rPr>
              <a:t> </a:t>
            </a:r>
            <a:r>
              <a:rPr lang="en-US" altLang="zh-CN" sz="1200" dirty="0">
                <a:solidFill>
                  <a:schemeClr val="tx1"/>
                </a:solidFill>
              </a:rPr>
              <a:t>History</a:t>
            </a:r>
            <a:endParaRPr lang="en-CN" sz="1200" dirty="0">
              <a:solidFill>
                <a:schemeClr val="tx1"/>
              </a:solidFill>
            </a:endParaRPr>
          </a:p>
        </p:txBody>
      </p:sp>
      <p:sp>
        <p:nvSpPr>
          <p:cNvPr id="12" name="Rounded Rectangle 11">
            <a:extLst>
              <a:ext uri="{FF2B5EF4-FFF2-40B4-BE49-F238E27FC236}">
                <a16:creationId xmlns:a16="http://schemas.microsoft.com/office/drawing/2014/main" id="{15FA04EC-6BE7-9566-A46F-786BC2719528}"/>
              </a:ext>
            </a:extLst>
          </p:cNvPr>
          <p:cNvSpPr/>
          <p:nvPr/>
        </p:nvSpPr>
        <p:spPr>
          <a:xfrm>
            <a:off x="7184929" y="3693193"/>
            <a:ext cx="973568" cy="407504"/>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4</a:t>
            </a:r>
            <a:r>
              <a:rPr lang="zh-CN" altLang="en-US" sz="1200" dirty="0">
                <a:solidFill>
                  <a:schemeClr val="tx1"/>
                </a:solidFill>
              </a:rPr>
              <a:t> </a:t>
            </a:r>
            <a:r>
              <a:rPr lang="en-US" altLang="zh-CN" sz="1200" dirty="0">
                <a:solidFill>
                  <a:schemeClr val="tx1"/>
                </a:solidFill>
              </a:rPr>
              <a:t>(Q)</a:t>
            </a:r>
            <a:endParaRPr lang="en-CN" sz="1200" dirty="0">
              <a:solidFill>
                <a:schemeClr val="tx1"/>
              </a:solidFill>
            </a:endParaRPr>
          </a:p>
        </p:txBody>
      </p:sp>
      <p:sp>
        <p:nvSpPr>
          <p:cNvPr id="13" name="Rounded Rectangle 12">
            <a:extLst>
              <a:ext uri="{FF2B5EF4-FFF2-40B4-BE49-F238E27FC236}">
                <a16:creationId xmlns:a16="http://schemas.microsoft.com/office/drawing/2014/main" id="{5BCA2481-EDC5-9B53-5046-1FE5F9C624D6}"/>
              </a:ext>
            </a:extLst>
          </p:cNvPr>
          <p:cNvSpPr/>
          <p:nvPr/>
        </p:nvSpPr>
        <p:spPr>
          <a:xfrm>
            <a:off x="8272202" y="3693193"/>
            <a:ext cx="973568" cy="40750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Turn</a:t>
            </a:r>
            <a:r>
              <a:rPr lang="zh-CN" altLang="en-US" sz="1200" dirty="0">
                <a:solidFill>
                  <a:schemeClr val="tx1"/>
                </a:solidFill>
              </a:rPr>
              <a:t> </a:t>
            </a:r>
            <a:r>
              <a:rPr lang="en-US" altLang="zh-CN" sz="1200" dirty="0">
                <a:solidFill>
                  <a:schemeClr val="tx1"/>
                </a:solidFill>
              </a:rPr>
              <a:t>4</a:t>
            </a:r>
            <a:r>
              <a:rPr lang="zh-CN" altLang="en-US" sz="1200" dirty="0">
                <a:solidFill>
                  <a:schemeClr val="tx1"/>
                </a:solidFill>
              </a:rPr>
              <a:t> </a:t>
            </a:r>
            <a:r>
              <a:rPr lang="en-US" altLang="zh-CN" sz="1200" dirty="0">
                <a:solidFill>
                  <a:schemeClr val="tx1"/>
                </a:solidFill>
              </a:rPr>
              <a:t>(A)</a:t>
            </a:r>
            <a:endParaRPr lang="en-CN" sz="1200" dirty="0">
              <a:solidFill>
                <a:schemeClr val="tx1"/>
              </a:solidFill>
            </a:endParaRPr>
          </a:p>
        </p:txBody>
      </p:sp>
      <p:sp>
        <p:nvSpPr>
          <p:cNvPr id="14" name="TextBox 13">
            <a:extLst>
              <a:ext uri="{FF2B5EF4-FFF2-40B4-BE49-F238E27FC236}">
                <a16:creationId xmlns:a16="http://schemas.microsoft.com/office/drawing/2014/main" id="{82E9432A-2A9B-9454-B8F3-3C5200452517}"/>
              </a:ext>
            </a:extLst>
          </p:cNvPr>
          <p:cNvSpPr txBox="1"/>
          <p:nvPr/>
        </p:nvSpPr>
        <p:spPr>
          <a:xfrm>
            <a:off x="7562744" y="1678102"/>
            <a:ext cx="3543919" cy="584775"/>
          </a:xfrm>
          <a:prstGeom prst="rect">
            <a:avLst/>
          </a:prstGeom>
          <a:noFill/>
        </p:spPr>
        <p:txBody>
          <a:bodyPr wrap="none" rtlCol="0">
            <a:spAutoFit/>
          </a:bodyPr>
          <a:lstStyle/>
          <a:p>
            <a:r>
              <a:rPr lang="en-US" sz="1600" dirty="0">
                <a:latin typeface="HSE Sans" panose="02000000000000000000" pitchFamily="2" charset="0"/>
              </a:rPr>
              <a:t>There are a total of 4 generate requests</a:t>
            </a:r>
            <a:r>
              <a:rPr lang="en-US" altLang="zh-CN" sz="1600" dirty="0">
                <a:latin typeface="HSE Sans" panose="02000000000000000000" pitchFamily="2" charset="0"/>
              </a:rPr>
              <a:t>.</a:t>
            </a:r>
          </a:p>
          <a:p>
            <a:r>
              <a:rPr lang="en-US" sz="1600" dirty="0">
                <a:latin typeface="HSE Sans" panose="02000000000000000000" pitchFamily="2" charset="0"/>
              </a:rPr>
              <a:t> </a:t>
            </a:r>
            <a:r>
              <a:rPr lang="en-US" altLang="zh-CN" sz="1600" dirty="0">
                <a:solidFill>
                  <a:srgbClr val="E5DCF1"/>
                </a:solidFill>
                <a:latin typeface="HSE Sans" panose="02000000000000000000" pitchFamily="2" charset="0"/>
              </a:rPr>
              <a:t>T</a:t>
            </a:r>
            <a:r>
              <a:rPr lang="en-US" sz="1600" dirty="0">
                <a:solidFill>
                  <a:srgbClr val="E5DCF1"/>
                </a:solidFill>
                <a:latin typeface="HSE Sans" panose="02000000000000000000" pitchFamily="2" charset="0"/>
              </a:rPr>
              <a:t>he blue boxes indicate shareable hints.</a:t>
            </a:r>
            <a:endParaRPr lang="en-CN" sz="1600" dirty="0">
              <a:solidFill>
                <a:srgbClr val="E5DCF1"/>
              </a:solidFill>
              <a:latin typeface="HSE Sans" panose="02000000000000000000" pitchFamily="2" charset="0"/>
            </a:endParaRPr>
          </a:p>
        </p:txBody>
      </p:sp>
      <p:sp>
        <p:nvSpPr>
          <p:cNvPr id="15" name="TextBox 14">
            <a:extLst>
              <a:ext uri="{FF2B5EF4-FFF2-40B4-BE49-F238E27FC236}">
                <a16:creationId xmlns:a16="http://schemas.microsoft.com/office/drawing/2014/main" id="{AA5442DC-6F73-2078-5A3B-1CC4BC1D036A}"/>
              </a:ext>
            </a:extLst>
          </p:cNvPr>
          <p:cNvSpPr txBox="1"/>
          <p:nvPr/>
        </p:nvSpPr>
        <p:spPr>
          <a:xfrm>
            <a:off x="805088" y="4506171"/>
            <a:ext cx="1683474" cy="369332"/>
          </a:xfrm>
          <a:prstGeom prst="rect">
            <a:avLst/>
          </a:prstGeom>
          <a:noFill/>
        </p:spPr>
        <p:txBody>
          <a:bodyPr wrap="none" rtlCol="0">
            <a:spAutoFit/>
          </a:bodyPr>
          <a:lstStyle/>
          <a:p>
            <a:pPr algn="l"/>
            <a:r>
              <a:rPr lang="en-US" altLang="zh-CN" dirty="0">
                <a:latin typeface="HSE Sans" panose="02000000000000000000" pitchFamily="2" charset="0"/>
              </a:rPr>
              <a:t>With</a:t>
            </a:r>
            <a:r>
              <a:rPr lang="zh-CN" altLang="en-US" dirty="0">
                <a:latin typeface="HSE Sans" panose="02000000000000000000" pitchFamily="2" charset="0"/>
              </a:rPr>
              <a:t> </a:t>
            </a:r>
            <a:r>
              <a:rPr lang="en-US" altLang="zh-CN" dirty="0">
                <a:latin typeface="HSE Sans" panose="02000000000000000000" pitchFamily="2" charset="0"/>
              </a:rPr>
              <a:t>KV</a:t>
            </a:r>
            <a:r>
              <a:rPr lang="zh-CN" altLang="en-US" dirty="0">
                <a:latin typeface="HSE Sans" panose="02000000000000000000" pitchFamily="2" charset="0"/>
              </a:rPr>
              <a:t> </a:t>
            </a:r>
            <a:r>
              <a:rPr lang="en-US" altLang="zh-CN" dirty="0">
                <a:latin typeface="HSE Sans" panose="02000000000000000000" pitchFamily="2" charset="0"/>
              </a:rPr>
              <a:t>Cache:</a:t>
            </a:r>
            <a:r>
              <a:rPr lang="zh-CN" altLang="en-US" dirty="0">
                <a:latin typeface="HSE Sans" panose="02000000000000000000" pitchFamily="2" charset="0"/>
              </a:rPr>
              <a:t> </a:t>
            </a:r>
            <a:endParaRPr lang="en-CN" dirty="0">
              <a:latin typeface="HSE Sans" panose="02000000000000000000" pitchFamily="2" charset="0"/>
            </a:endParaRPr>
          </a:p>
        </p:txBody>
      </p:sp>
      <p:sp>
        <p:nvSpPr>
          <p:cNvPr id="16" name="TextBox 15">
            <a:extLst>
              <a:ext uri="{FF2B5EF4-FFF2-40B4-BE49-F238E27FC236}">
                <a16:creationId xmlns:a16="http://schemas.microsoft.com/office/drawing/2014/main" id="{6953B34D-C95C-5AD8-DF79-57624DAFE23B}"/>
              </a:ext>
            </a:extLst>
          </p:cNvPr>
          <p:cNvSpPr txBox="1"/>
          <p:nvPr/>
        </p:nvSpPr>
        <p:spPr>
          <a:xfrm>
            <a:off x="813486" y="4954247"/>
            <a:ext cx="3139449" cy="307777"/>
          </a:xfrm>
          <a:prstGeom prst="rect">
            <a:avLst/>
          </a:prstGeom>
          <a:noFill/>
        </p:spPr>
        <p:txBody>
          <a:bodyPr wrap="none" rtlCol="0">
            <a:spAutoFit/>
          </a:bodyPr>
          <a:lstStyle/>
          <a:p>
            <a:r>
              <a:rPr lang="en-US" altLang="zh-CN" sz="1400" dirty="0">
                <a:latin typeface="HSE Sans" panose="02000000000000000000" pitchFamily="2" charset="0"/>
              </a:rPr>
              <a:t>M</a:t>
            </a:r>
            <a:r>
              <a:rPr lang="en-US" sz="1400" dirty="0">
                <a:latin typeface="HSE Sans" panose="02000000000000000000" pitchFamily="2" charset="0"/>
              </a:rPr>
              <a:t>emory consumption increases linearly</a:t>
            </a:r>
            <a:r>
              <a:rPr lang="en-US" altLang="zh-CN" sz="1400" dirty="0">
                <a:latin typeface="HSE Sans" panose="02000000000000000000" pitchFamily="2" charset="0"/>
              </a:rPr>
              <a:t>.</a:t>
            </a:r>
            <a:endParaRPr lang="en-CN" sz="1400" dirty="0">
              <a:latin typeface="HSE Sans" panose="02000000000000000000" pitchFamily="2" charset="0"/>
            </a:endParaRPr>
          </a:p>
        </p:txBody>
      </p:sp>
      <p:sp>
        <p:nvSpPr>
          <p:cNvPr id="17" name="TextBox 16">
            <a:extLst>
              <a:ext uri="{FF2B5EF4-FFF2-40B4-BE49-F238E27FC236}">
                <a16:creationId xmlns:a16="http://schemas.microsoft.com/office/drawing/2014/main" id="{21B6C000-8EA3-3B85-D902-CC3B70577B3D}"/>
              </a:ext>
            </a:extLst>
          </p:cNvPr>
          <p:cNvSpPr txBox="1"/>
          <p:nvPr/>
        </p:nvSpPr>
        <p:spPr>
          <a:xfrm>
            <a:off x="813486" y="5445010"/>
            <a:ext cx="3175356" cy="307777"/>
          </a:xfrm>
          <a:prstGeom prst="rect">
            <a:avLst/>
          </a:prstGeom>
          <a:noFill/>
        </p:spPr>
        <p:txBody>
          <a:bodyPr wrap="none" rtlCol="0">
            <a:spAutoFit/>
          </a:bodyPr>
          <a:lstStyle/>
          <a:p>
            <a:r>
              <a:rPr lang="en-US" sz="1400" dirty="0">
                <a:latin typeface="HSE Sans" panose="02000000000000000000" pitchFamily="2" charset="0"/>
              </a:rPr>
              <a:t>Reduced matrix computation complexity</a:t>
            </a:r>
            <a:r>
              <a:rPr lang="en-US" altLang="zh-CN" sz="1400" dirty="0">
                <a:latin typeface="HSE Sans" panose="02000000000000000000" pitchFamily="2" charset="0"/>
              </a:rPr>
              <a:t>.</a:t>
            </a:r>
            <a:endParaRPr lang="en-CN" sz="1400" dirty="0">
              <a:latin typeface="HSE Sans" panose="02000000000000000000" pitchFamily="2" charset="0"/>
            </a:endParaRPr>
          </a:p>
        </p:txBody>
      </p:sp>
      <p:sp>
        <p:nvSpPr>
          <p:cNvPr id="18" name="TextBox 17">
            <a:extLst>
              <a:ext uri="{FF2B5EF4-FFF2-40B4-BE49-F238E27FC236}">
                <a16:creationId xmlns:a16="http://schemas.microsoft.com/office/drawing/2014/main" id="{2803D922-7647-90A5-9834-8F6889455FCE}"/>
              </a:ext>
            </a:extLst>
          </p:cNvPr>
          <p:cNvSpPr txBox="1"/>
          <p:nvPr/>
        </p:nvSpPr>
        <p:spPr>
          <a:xfrm>
            <a:off x="372340" y="4953407"/>
            <a:ext cx="441146" cy="400110"/>
          </a:xfrm>
          <a:prstGeom prst="rect">
            <a:avLst/>
          </a:prstGeom>
          <a:noFill/>
        </p:spPr>
        <p:txBody>
          <a:bodyPr wrap="none" rtlCol="0">
            <a:spAutoFit/>
          </a:bodyPr>
          <a:lstStyle/>
          <a:p>
            <a:pPr algn="l"/>
            <a:r>
              <a:rPr lang="en-CN" sz="2000" dirty="0">
                <a:latin typeface="HSE Sans" panose="02000000000000000000" pitchFamily="2" charset="0"/>
              </a:rPr>
              <a:t>😭</a:t>
            </a:r>
          </a:p>
        </p:txBody>
      </p:sp>
      <p:sp>
        <p:nvSpPr>
          <p:cNvPr id="19" name="TextBox 18">
            <a:extLst>
              <a:ext uri="{FF2B5EF4-FFF2-40B4-BE49-F238E27FC236}">
                <a16:creationId xmlns:a16="http://schemas.microsoft.com/office/drawing/2014/main" id="{286BC56D-AC68-EFDC-CDAE-7A44E123969F}"/>
              </a:ext>
            </a:extLst>
          </p:cNvPr>
          <p:cNvSpPr txBox="1"/>
          <p:nvPr/>
        </p:nvSpPr>
        <p:spPr>
          <a:xfrm>
            <a:off x="372340" y="5445010"/>
            <a:ext cx="441146" cy="400110"/>
          </a:xfrm>
          <a:prstGeom prst="rect">
            <a:avLst/>
          </a:prstGeom>
          <a:noFill/>
        </p:spPr>
        <p:txBody>
          <a:bodyPr wrap="none" rtlCol="0">
            <a:spAutoFit/>
          </a:bodyPr>
          <a:lstStyle/>
          <a:p>
            <a:pPr algn="l"/>
            <a:r>
              <a:rPr lang="en-CN" sz="2000" dirty="0">
                <a:latin typeface="HSE Sans" panose="02000000000000000000" pitchFamily="2" charset="0"/>
              </a:rPr>
              <a:t>😁</a:t>
            </a:r>
          </a:p>
        </p:txBody>
      </p:sp>
      <p:sp>
        <p:nvSpPr>
          <p:cNvPr id="20" name="TextBox 19">
            <a:extLst>
              <a:ext uri="{FF2B5EF4-FFF2-40B4-BE49-F238E27FC236}">
                <a16:creationId xmlns:a16="http://schemas.microsoft.com/office/drawing/2014/main" id="{436014B9-B464-4742-6AF7-AA9125377357}"/>
              </a:ext>
            </a:extLst>
          </p:cNvPr>
          <p:cNvSpPr txBox="1"/>
          <p:nvPr/>
        </p:nvSpPr>
        <p:spPr>
          <a:xfrm>
            <a:off x="6400800" y="4506171"/>
            <a:ext cx="4473661" cy="369332"/>
          </a:xfrm>
          <a:prstGeom prst="rect">
            <a:avLst/>
          </a:prstGeom>
          <a:noFill/>
        </p:spPr>
        <p:txBody>
          <a:bodyPr wrap="none" rtlCol="0">
            <a:spAutoFit/>
          </a:bodyPr>
          <a:lstStyle/>
          <a:p>
            <a:r>
              <a:rPr lang="en-US" dirty="0">
                <a:latin typeface="HSE Sans" panose="02000000000000000000" pitchFamily="2" charset="0"/>
              </a:rPr>
              <a:t>Memory consumption</a:t>
            </a:r>
            <a:r>
              <a:rPr lang="zh-CN" altLang="en-US" dirty="0">
                <a:latin typeface="HSE Sans" panose="02000000000000000000" pitchFamily="2" charset="0"/>
              </a:rPr>
              <a:t> </a:t>
            </a:r>
            <a:r>
              <a:rPr lang="en-US" altLang="zh-CN" dirty="0">
                <a:latin typeface="HSE Sans" panose="02000000000000000000" pitchFamily="2" charset="0"/>
              </a:rPr>
              <a:t>(KV</a:t>
            </a:r>
            <a:r>
              <a:rPr lang="zh-CN" altLang="en-US" dirty="0">
                <a:latin typeface="HSE Sans" panose="02000000000000000000" pitchFamily="2" charset="0"/>
              </a:rPr>
              <a:t> </a:t>
            </a:r>
            <a:r>
              <a:rPr lang="en-US" altLang="zh-CN" dirty="0">
                <a:latin typeface="HSE Sans" panose="02000000000000000000" pitchFamily="2" charset="0"/>
              </a:rPr>
              <a:t>Cache</a:t>
            </a:r>
            <a:r>
              <a:rPr lang="zh-CN" altLang="en-US" dirty="0">
                <a:latin typeface="HSE Sans" panose="02000000000000000000" pitchFamily="2" charset="0"/>
              </a:rPr>
              <a:t> </a:t>
            </a:r>
            <a:r>
              <a:rPr lang="en-US" altLang="zh-CN" dirty="0">
                <a:latin typeface="HSE Sans" panose="02000000000000000000" pitchFamily="2" charset="0"/>
              </a:rPr>
              <a:t>in</a:t>
            </a:r>
            <a:r>
              <a:rPr lang="zh-CN" altLang="en-US" dirty="0">
                <a:latin typeface="HSE Sans" panose="02000000000000000000" pitchFamily="2" charset="0"/>
              </a:rPr>
              <a:t> </a:t>
            </a:r>
            <a:r>
              <a:rPr lang="en-US" altLang="zh-CN" dirty="0">
                <a:latin typeface="HSE Sans" panose="02000000000000000000" pitchFamily="2" charset="0"/>
              </a:rPr>
              <a:t>memory):</a:t>
            </a:r>
            <a:endParaRPr lang="en-CN" dirty="0">
              <a:latin typeface="HSE Sans" panose="02000000000000000000" pitchFamily="2" charset="0"/>
            </a:endParaRPr>
          </a:p>
        </p:txBody>
      </p:sp>
      <p:sp>
        <p:nvSpPr>
          <p:cNvPr id="21" name="TextBox 20">
            <a:extLst>
              <a:ext uri="{FF2B5EF4-FFF2-40B4-BE49-F238E27FC236}">
                <a16:creationId xmlns:a16="http://schemas.microsoft.com/office/drawing/2014/main" id="{87F011EC-7091-D5FD-8926-9897652E5E7C}"/>
              </a:ext>
            </a:extLst>
          </p:cNvPr>
          <p:cNvSpPr txBox="1"/>
          <p:nvPr/>
        </p:nvSpPr>
        <p:spPr>
          <a:xfrm>
            <a:off x="6400800" y="4894126"/>
            <a:ext cx="4841775" cy="338554"/>
          </a:xfrm>
          <a:prstGeom prst="rect">
            <a:avLst/>
          </a:prstGeom>
          <a:noFill/>
        </p:spPr>
        <p:txBody>
          <a:bodyPr wrap="none" rtlCol="0">
            <a:spAutoFit/>
          </a:bodyPr>
          <a:lstStyle/>
          <a:p>
            <a:pPr algn="l"/>
            <a:r>
              <a:rPr lang="en-US" altLang="zh-CN" sz="1600" dirty="0">
                <a:latin typeface="HSE Sans" panose="02000000000000000000" pitchFamily="2" charset="0"/>
              </a:rPr>
              <a:t>2</a:t>
            </a:r>
            <a:r>
              <a:rPr lang="zh-CN" altLang="en-US" sz="1600" dirty="0">
                <a:latin typeface="HSE Sans" panose="02000000000000000000" pitchFamily="2" charset="0"/>
              </a:rPr>
              <a:t>*</a:t>
            </a:r>
            <a:r>
              <a:rPr lang="en-US" altLang="zh-CN" sz="1600" dirty="0">
                <a:latin typeface="HSE Sans" panose="02000000000000000000" pitchFamily="2" charset="0"/>
              </a:rPr>
              <a:t>batch</a:t>
            </a:r>
            <a:r>
              <a:rPr lang="zh-CN" altLang="en-US" sz="1600" dirty="0">
                <a:latin typeface="HSE Sans" panose="02000000000000000000" pitchFamily="2" charset="0"/>
              </a:rPr>
              <a:t>*</a:t>
            </a:r>
            <a:r>
              <a:rPr lang="en-US" altLang="zh-CN" sz="1600" dirty="0" err="1">
                <a:latin typeface="HSE Sans" panose="02000000000000000000" pitchFamily="2" charset="0"/>
              </a:rPr>
              <a:t>context_length</a:t>
            </a:r>
            <a:r>
              <a:rPr lang="zh-CN" altLang="en-US" sz="1600" dirty="0">
                <a:latin typeface="HSE Sans" panose="02000000000000000000" pitchFamily="2" charset="0"/>
              </a:rPr>
              <a:t>*</a:t>
            </a:r>
            <a:r>
              <a:rPr lang="en-US" altLang="zh-CN" sz="1600" dirty="0" err="1">
                <a:latin typeface="HSE Sans" panose="02000000000000000000" pitchFamily="2" charset="0"/>
              </a:rPr>
              <a:t>n_layers</a:t>
            </a:r>
            <a:r>
              <a:rPr lang="zh-CN" altLang="en-US" sz="1600" dirty="0">
                <a:latin typeface="HSE Sans" panose="02000000000000000000" pitchFamily="2" charset="0"/>
              </a:rPr>
              <a:t>*</a:t>
            </a:r>
            <a:r>
              <a:rPr lang="en-US" altLang="zh-CN" sz="1600" dirty="0" err="1">
                <a:latin typeface="HSE Sans" panose="02000000000000000000" pitchFamily="2" charset="0"/>
              </a:rPr>
              <a:t>n_heads</a:t>
            </a:r>
            <a:r>
              <a:rPr lang="zh-CN" altLang="en-US" sz="1600" dirty="0">
                <a:latin typeface="HSE Sans" panose="02000000000000000000" pitchFamily="2" charset="0"/>
              </a:rPr>
              <a:t>*</a:t>
            </a:r>
            <a:r>
              <a:rPr lang="en-US" altLang="zh-CN" sz="1600" dirty="0" err="1">
                <a:latin typeface="HSE Sans" panose="02000000000000000000" pitchFamily="2" charset="0"/>
              </a:rPr>
              <a:t>d_head</a:t>
            </a:r>
            <a:r>
              <a:rPr lang="zh-CN" altLang="en-US" sz="1600" dirty="0">
                <a:latin typeface="HSE Sans" panose="02000000000000000000" pitchFamily="2" charset="0"/>
              </a:rPr>
              <a:t>*</a:t>
            </a:r>
            <a:r>
              <a:rPr lang="en-US" altLang="zh-CN" sz="1600" dirty="0">
                <a:latin typeface="HSE Sans" panose="02000000000000000000" pitchFamily="2" charset="0"/>
              </a:rPr>
              <a:t>Pa</a:t>
            </a:r>
            <a:endParaRPr lang="en-CN" sz="1600" dirty="0">
              <a:latin typeface="HSE Sans" panose="02000000000000000000" pitchFamily="2" charset="0"/>
            </a:endParaRPr>
          </a:p>
        </p:txBody>
      </p:sp>
      <p:sp>
        <p:nvSpPr>
          <p:cNvPr id="22" name="TextBox 21">
            <a:extLst>
              <a:ext uri="{FF2B5EF4-FFF2-40B4-BE49-F238E27FC236}">
                <a16:creationId xmlns:a16="http://schemas.microsoft.com/office/drawing/2014/main" id="{CF26D67A-132C-2848-9DA0-AF294E325257}"/>
              </a:ext>
            </a:extLst>
          </p:cNvPr>
          <p:cNvSpPr txBox="1"/>
          <p:nvPr/>
        </p:nvSpPr>
        <p:spPr>
          <a:xfrm>
            <a:off x="6400801" y="5247206"/>
            <a:ext cx="5649686" cy="415498"/>
          </a:xfrm>
          <a:prstGeom prst="rect">
            <a:avLst/>
          </a:prstGeom>
          <a:noFill/>
        </p:spPr>
        <p:txBody>
          <a:bodyPr wrap="square" rtlCol="0">
            <a:spAutoFit/>
          </a:bodyPr>
          <a:lstStyle/>
          <a:p>
            <a:pPr algn="l"/>
            <a:r>
              <a:rPr lang="en-US" altLang="zh-CN" sz="1050" i="1" dirty="0">
                <a:latin typeface="HSE Sans" panose="02000000000000000000" pitchFamily="2" charset="0"/>
              </a:rPr>
              <a:t>4</a:t>
            </a:r>
            <a:r>
              <a:rPr lang="zh-CN" altLang="en-US" sz="1050" i="1" dirty="0">
                <a:latin typeface="HSE Sans" panose="02000000000000000000" pitchFamily="2" charset="0"/>
              </a:rPr>
              <a:t> </a:t>
            </a:r>
            <a:r>
              <a:rPr lang="en-US" altLang="zh-CN" sz="1050" i="1" dirty="0">
                <a:latin typeface="HSE Sans" panose="02000000000000000000" pitchFamily="2" charset="0"/>
              </a:rPr>
              <a:t>bytes/parameter</a:t>
            </a:r>
            <a:r>
              <a:rPr lang="zh-CN" altLang="en-US" sz="1050" i="1" dirty="0">
                <a:latin typeface="HSE Sans" panose="02000000000000000000" pitchFamily="2" charset="0"/>
              </a:rPr>
              <a:t> </a:t>
            </a:r>
            <a:r>
              <a:rPr lang="en-US" altLang="zh-CN" sz="1050" i="1" dirty="0">
                <a:latin typeface="HSE Sans" panose="02000000000000000000" pitchFamily="2" charset="0"/>
              </a:rPr>
              <a:t>in</a:t>
            </a:r>
            <a:r>
              <a:rPr lang="zh-CN" altLang="en-US" sz="1050" i="1" dirty="0">
                <a:latin typeface="HSE Sans" panose="02000000000000000000" pitchFamily="2" charset="0"/>
              </a:rPr>
              <a:t> </a:t>
            </a:r>
            <a:r>
              <a:rPr lang="en-US" altLang="zh-CN" sz="1050" i="1" dirty="0">
                <a:latin typeface="HSE Sans" panose="02000000000000000000" pitchFamily="2" charset="0"/>
              </a:rPr>
              <a:t>full-precision</a:t>
            </a:r>
            <a:r>
              <a:rPr lang="zh-CN" altLang="en-US" sz="1050" i="1" dirty="0">
                <a:latin typeface="HSE Sans" panose="02000000000000000000" pitchFamily="2" charset="0"/>
              </a:rPr>
              <a:t> </a:t>
            </a:r>
            <a:r>
              <a:rPr lang="en-US" altLang="zh-CN" sz="1050" i="1" dirty="0">
                <a:latin typeface="HSE Sans" panose="02000000000000000000" pitchFamily="2" charset="0"/>
              </a:rPr>
              <a:t>(FP32),</a:t>
            </a:r>
            <a:r>
              <a:rPr lang="zh-CN" altLang="en-US" sz="1050" i="1" dirty="0">
                <a:latin typeface="HSE Sans" panose="02000000000000000000" pitchFamily="2" charset="0"/>
              </a:rPr>
              <a:t> </a:t>
            </a:r>
            <a:r>
              <a:rPr lang="en-US" altLang="zh-CN" sz="1050" i="1" dirty="0">
                <a:latin typeface="HSE Sans" panose="02000000000000000000" pitchFamily="2" charset="0"/>
              </a:rPr>
              <a:t>2bytes/parameter</a:t>
            </a:r>
            <a:r>
              <a:rPr lang="zh-CN" altLang="en-US" sz="1050" i="1" dirty="0">
                <a:latin typeface="HSE Sans" panose="02000000000000000000" pitchFamily="2" charset="0"/>
              </a:rPr>
              <a:t> </a:t>
            </a:r>
            <a:r>
              <a:rPr lang="en-US" altLang="zh-CN" sz="1050" i="1" dirty="0">
                <a:latin typeface="HSE Sans" panose="02000000000000000000" pitchFamily="2" charset="0"/>
              </a:rPr>
              <a:t>in</a:t>
            </a:r>
            <a:r>
              <a:rPr lang="zh-CN" altLang="en-US" sz="1050" i="1" dirty="0">
                <a:latin typeface="HSE Sans" panose="02000000000000000000" pitchFamily="2" charset="0"/>
              </a:rPr>
              <a:t> </a:t>
            </a:r>
            <a:r>
              <a:rPr lang="en-US" altLang="zh-CN" sz="1050" i="1" dirty="0">
                <a:latin typeface="HSE Sans" panose="02000000000000000000" pitchFamily="2" charset="0"/>
              </a:rPr>
              <a:t>half-precision</a:t>
            </a:r>
            <a:r>
              <a:rPr lang="zh-CN" altLang="en-US" sz="1050" i="1" dirty="0">
                <a:latin typeface="HSE Sans" panose="02000000000000000000" pitchFamily="2" charset="0"/>
              </a:rPr>
              <a:t> </a:t>
            </a:r>
            <a:r>
              <a:rPr lang="en-US" altLang="zh-CN" sz="1050" i="1" dirty="0">
                <a:latin typeface="HSE Sans" panose="02000000000000000000" pitchFamily="2" charset="0"/>
              </a:rPr>
              <a:t>(BF16,</a:t>
            </a:r>
            <a:r>
              <a:rPr lang="zh-CN" altLang="en-US" sz="1050" i="1" dirty="0">
                <a:latin typeface="HSE Sans" panose="02000000000000000000" pitchFamily="2" charset="0"/>
              </a:rPr>
              <a:t> </a:t>
            </a:r>
            <a:r>
              <a:rPr lang="en-US" altLang="zh-CN" sz="1050" i="1" dirty="0">
                <a:latin typeface="HSE Sans" panose="02000000000000000000" pitchFamily="2" charset="0"/>
              </a:rPr>
              <a:t>FP16),</a:t>
            </a:r>
            <a:r>
              <a:rPr lang="zh-CN" altLang="en-US" sz="1050" i="1" dirty="0">
                <a:latin typeface="HSE Sans" panose="02000000000000000000" pitchFamily="2" charset="0"/>
              </a:rPr>
              <a:t> </a:t>
            </a:r>
            <a:r>
              <a:rPr lang="en-US" altLang="zh-CN" sz="1050" i="1" dirty="0">
                <a:latin typeface="HSE Sans" panose="02000000000000000000" pitchFamily="2" charset="0"/>
              </a:rPr>
              <a:t>1</a:t>
            </a:r>
            <a:r>
              <a:rPr lang="zh-CN" altLang="en-US" sz="1050" i="1" dirty="0">
                <a:latin typeface="HSE Sans" panose="02000000000000000000" pitchFamily="2" charset="0"/>
              </a:rPr>
              <a:t> </a:t>
            </a:r>
            <a:r>
              <a:rPr lang="en-US" altLang="zh-CN" sz="1050" i="1" dirty="0">
                <a:latin typeface="HSE Sans" panose="02000000000000000000" pitchFamily="2" charset="0"/>
              </a:rPr>
              <a:t>byte/parameter</a:t>
            </a:r>
            <a:r>
              <a:rPr lang="zh-CN" altLang="en-US" sz="1050" i="1" dirty="0">
                <a:latin typeface="HSE Sans" panose="02000000000000000000" pitchFamily="2" charset="0"/>
              </a:rPr>
              <a:t> </a:t>
            </a:r>
            <a:r>
              <a:rPr lang="en-US" altLang="zh-CN" sz="1050" i="1" dirty="0">
                <a:latin typeface="HSE Sans" panose="02000000000000000000" pitchFamily="2" charset="0"/>
              </a:rPr>
              <a:t>for</a:t>
            </a:r>
            <a:r>
              <a:rPr lang="zh-CN" altLang="en-US" sz="1050" i="1" dirty="0">
                <a:latin typeface="HSE Sans" panose="02000000000000000000" pitchFamily="2" charset="0"/>
              </a:rPr>
              <a:t> </a:t>
            </a:r>
            <a:r>
              <a:rPr lang="en-US" altLang="zh-CN" sz="1050" i="1" dirty="0">
                <a:latin typeface="HSE Sans" panose="02000000000000000000" pitchFamily="2" charset="0"/>
              </a:rPr>
              <a:t>8</a:t>
            </a:r>
            <a:r>
              <a:rPr lang="zh-CN" altLang="en-US" sz="1050" i="1" dirty="0">
                <a:latin typeface="HSE Sans" panose="02000000000000000000" pitchFamily="2" charset="0"/>
              </a:rPr>
              <a:t> </a:t>
            </a:r>
            <a:r>
              <a:rPr lang="en-US" altLang="zh-CN" sz="1050" i="1" dirty="0">
                <a:latin typeface="HSE Sans" panose="02000000000000000000" pitchFamily="2" charset="0"/>
              </a:rPr>
              <a:t>bit</a:t>
            </a:r>
            <a:endParaRPr lang="en-CN" sz="1050" i="1" dirty="0">
              <a:latin typeface="HSE Sans" panose="02000000000000000000" pitchFamily="2" charset="0"/>
            </a:endParaRPr>
          </a:p>
        </p:txBody>
      </p:sp>
    </p:spTree>
    <p:extLst>
      <p:ext uri="{BB962C8B-B14F-4D97-AF65-F5344CB8AC3E}">
        <p14:creationId xmlns:p14="http://schemas.microsoft.com/office/powerpoint/2010/main" val="234474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ED5A2-6FC6-7184-1F5F-9769ED51A945}"/>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82B5AE07-5CF3-B7FF-8B87-BA2589ACA959}"/>
              </a:ext>
            </a:extLst>
          </p:cNvPr>
          <p:cNvSpPr txBox="1">
            <a:spLocks/>
          </p:cNvSpPr>
          <p:nvPr/>
        </p:nvSpPr>
        <p:spPr>
          <a:xfrm>
            <a:off x="1133528" y="502639"/>
            <a:ext cx="3296958"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KV</a:t>
            </a:r>
            <a:r>
              <a:rPr lang="zh-CN" altLang="en-US" sz="1400" dirty="0"/>
              <a:t> </a:t>
            </a:r>
            <a:r>
              <a:rPr lang="en-US" altLang="zh-CN" sz="1400" dirty="0"/>
              <a:t>Cache</a:t>
            </a:r>
            <a:r>
              <a:rPr lang="zh-CN" altLang="en-US" sz="1400" dirty="0"/>
              <a:t> </a:t>
            </a:r>
            <a:r>
              <a:rPr lang="en-US" altLang="zh-CN" sz="1400" dirty="0"/>
              <a:t>Example</a:t>
            </a:r>
            <a:r>
              <a:rPr lang="zh-CN" altLang="en-US" sz="1400" dirty="0"/>
              <a:t> </a:t>
            </a:r>
            <a:r>
              <a:rPr lang="en-US" altLang="zh-CN" sz="1400" dirty="0"/>
              <a:t>(Llama-7B)</a:t>
            </a:r>
            <a:endParaRPr lang="ru-RU" sz="1400" dirty="0"/>
          </a:p>
        </p:txBody>
      </p:sp>
      <p:pic>
        <p:nvPicPr>
          <p:cNvPr id="3" name="Picture 2" descr="A llama wearing goggles and a blue background&#10;&#10;AI-generated content may be incorrect.">
            <a:extLst>
              <a:ext uri="{FF2B5EF4-FFF2-40B4-BE49-F238E27FC236}">
                <a16:creationId xmlns:a16="http://schemas.microsoft.com/office/drawing/2014/main" id="{C24CBD2B-CD6C-C463-7977-0A95FDBF4665}"/>
              </a:ext>
            </a:extLst>
          </p:cNvPr>
          <p:cNvPicPr>
            <a:picLocks noChangeAspect="1"/>
          </p:cNvPicPr>
          <p:nvPr/>
        </p:nvPicPr>
        <p:blipFill>
          <a:blip r:embed="rId2"/>
          <a:stretch>
            <a:fillRect/>
          </a:stretch>
        </p:blipFill>
        <p:spPr>
          <a:xfrm>
            <a:off x="671336" y="1404257"/>
            <a:ext cx="4118377" cy="1946019"/>
          </a:xfrm>
          <a:prstGeom prst="rect">
            <a:avLst/>
          </a:prstGeom>
        </p:spPr>
      </p:pic>
      <p:sp>
        <p:nvSpPr>
          <p:cNvPr id="4" name="TextBox 3">
            <a:extLst>
              <a:ext uri="{FF2B5EF4-FFF2-40B4-BE49-F238E27FC236}">
                <a16:creationId xmlns:a16="http://schemas.microsoft.com/office/drawing/2014/main" id="{3B552C89-2B59-ACE6-BBD3-A22EDC9118B3}"/>
              </a:ext>
            </a:extLst>
          </p:cNvPr>
          <p:cNvSpPr txBox="1"/>
          <p:nvPr/>
        </p:nvSpPr>
        <p:spPr>
          <a:xfrm>
            <a:off x="2203777" y="3429000"/>
            <a:ext cx="1053494" cy="369332"/>
          </a:xfrm>
          <a:prstGeom prst="rect">
            <a:avLst/>
          </a:prstGeom>
          <a:noFill/>
        </p:spPr>
        <p:txBody>
          <a:bodyPr wrap="none" rtlCol="0">
            <a:spAutoFit/>
          </a:bodyPr>
          <a:lstStyle/>
          <a:p>
            <a:pPr algn="l"/>
            <a:r>
              <a:rPr lang="en-US" altLang="zh-CN" dirty="0">
                <a:latin typeface="HSE Sans" panose="02000000000000000000" pitchFamily="2" charset="0"/>
              </a:rPr>
              <a:t>Llama-7B</a:t>
            </a:r>
            <a:endParaRPr lang="en-CN" dirty="0">
              <a:latin typeface="HSE Sans" panose="02000000000000000000" pitchFamily="2" charset="0"/>
            </a:endParaRPr>
          </a:p>
        </p:txBody>
      </p:sp>
      <p:sp>
        <p:nvSpPr>
          <p:cNvPr id="5" name="TextBox 4">
            <a:extLst>
              <a:ext uri="{FF2B5EF4-FFF2-40B4-BE49-F238E27FC236}">
                <a16:creationId xmlns:a16="http://schemas.microsoft.com/office/drawing/2014/main" id="{0569975D-2DE7-6A45-294C-727629C82DCA}"/>
              </a:ext>
            </a:extLst>
          </p:cNvPr>
          <p:cNvSpPr txBox="1"/>
          <p:nvPr/>
        </p:nvSpPr>
        <p:spPr>
          <a:xfrm>
            <a:off x="671336" y="3877056"/>
            <a:ext cx="3526991" cy="923330"/>
          </a:xfrm>
          <a:prstGeom prst="rect">
            <a:avLst/>
          </a:prstGeom>
          <a:noFill/>
        </p:spPr>
        <p:txBody>
          <a:bodyPr wrap="none" rtlCol="0">
            <a:spAutoFit/>
          </a:bodyPr>
          <a:lstStyle/>
          <a:p>
            <a:r>
              <a:rPr lang="en-US" dirty="0">
                <a:latin typeface="HSE Sans" panose="02000000000000000000" pitchFamily="2" charset="0"/>
              </a:rPr>
              <a:t>In a forward-propagating process</a:t>
            </a:r>
            <a:r>
              <a:rPr lang="en-US" altLang="zh-CN" dirty="0">
                <a:latin typeface="HSE Sans" panose="02000000000000000000" pitchFamily="2" charset="0"/>
              </a:rPr>
              <a:t>:</a:t>
            </a:r>
          </a:p>
          <a:p>
            <a:r>
              <a:rPr lang="en-US" altLang="zh-CN" dirty="0">
                <a:latin typeface="HSE Sans" panose="02000000000000000000" pitchFamily="2" charset="0"/>
              </a:rPr>
              <a:t>~0.5</a:t>
            </a:r>
            <a:r>
              <a:rPr lang="zh-CN" altLang="en-US" dirty="0">
                <a:latin typeface="HSE Sans" panose="02000000000000000000" pitchFamily="2" charset="0"/>
              </a:rPr>
              <a:t> </a:t>
            </a:r>
            <a:r>
              <a:rPr lang="en-US" altLang="zh-CN" dirty="0">
                <a:latin typeface="HSE Sans" panose="02000000000000000000" pitchFamily="2" charset="0"/>
              </a:rPr>
              <a:t>MB/token</a:t>
            </a:r>
            <a:r>
              <a:rPr lang="zh-CN" altLang="en-US" dirty="0">
                <a:latin typeface="HSE Sans" panose="02000000000000000000" pitchFamily="2" charset="0"/>
              </a:rPr>
              <a:t> </a:t>
            </a:r>
            <a:r>
              <a:rPr lang="en-US" altLang="zh-CN" dirty="0">
                <a:latin typeface="HSE Sans" panose="02000000000000000000" pitchFamily="2" charset="0"/>
              </a:rPr>
              <a:t>of</a:t>
            </a:r>
            <a:r>
              <a:rPr lang="zh-CN" altLang="en-US" dirty="0">
                <a:latin typeface="HSE Sans" panose="02000000000000000000" pitchFamily="2" charset="0"/>
              </a:rPr>
              <a:t> </a:t>
            </a:r>
            <a:r>
              <a:rPr lang="en-US" altLang="zh-CN" dirty="0">
                <a:latin typeface="HSE Sans" panose="02000000000000000000" pitchFamily="2" charset="0"/>
              </a:rPr>
              <a:t>GPU</a:t>
            </a:r>
            <a:r>
              <a:rPr lang="zh-CN" altLang="en-US" dirty="0">
                <a:latin typeface="HSE Sans" panose="02000000000000000000" pitchFamily="2" charset="0"/>
              </a:rPr>
              <a:t> </a:t>
            </a:r>
            <a:r>
              <a:rPr lang="en-US" altLang="zh-CN" dirty="0">
                <a:latin typeface="HSE Sans" panose="02000000000000000000" pitchFamily="2" charset="0"/>
              </a:rPr>
              <a:t>memory</a:t>
            </a:r>
          </a:p>
          <a:p>
            <a:r>
              <a:rPr lang="en-US" altLang="zh-CN" dirty="0">
                <a:latin typeface="HSE Sans" panose="02000000000000000000" pitchFamily="2" charset="0"/>
              </a:rPr>
              <a:t>~14</a:t>
            </a:r>
            <a:r>
              <a:rPr lang="zh-CN" altLang="en-US" dirty="0">
                <a:latin typeface="HSE Sans" panose="02000000000000000000" pitchFamily="2" charset="0"/>
              </a:rPr>
              <a:t> </a:t>
            </a:r>
            <a:r>
              <a:rPr lang="en-US" altLang="zh-CN" dirty="0">
                <a:latin typeface="HSE Sans" panose="02000000000000000000" pitchFamily="2" charset="0"/>
              </a:rPr>
              <a:t>GFLOPS/token</a:t>
            </a:r>
            <a:r>
              <a:rPr lang="zh-CN" altLang="en-US" dirty="0">
                <a:latin typeface="HSE Sans" panose="02000000000000000000" pitchFamily="2" charset="0"/>
              </a:rPr>
              <a:t> </a:t>
            </a:r>
            <a:r>
              <a:rPr lang="en-US" altLang="zh-CN" dirty="0">
                <a:latin typeface="HSE Sans" panose="02000000000000000000" pitchFamily="2" charset="0"/>
              </a:rPr>
              <a:t>of</a:t>
            </a:r>
            <a:r>
              <a:rPr lang="zh-CN" altLang="en-US" dirty="0">
                <a:latin typeface="HSE Sans" panose="02000000000000000000" pitchFamily="2" charset="0"/>
              </a:rPr>
              <a:t> </a:t>
            </a:r>
            <a:r>
              <a:rPr lang="en-US" altLang="zh-CN" dirty="0">
                <a:latin typeface="HSE Sans" panose="02000000000000000000" pitchFamily="2" charset="0"/>
              </a:rPr>
              <a:t>GPU</a:t>
            </a:r>
            <a:r>
              <a:rPr lang="zh-CN" altLang="en-US" dirty="0">
                <a:latin typeface="HSE Sans" panose="02000000000000000000" pitchFamily="2" charset="0"/>
              </a:rPr>
              <a:t> </a:t>
            </a:r>
            <a:r>
              <a:rPr lang="en-US" altLang="zh-CN" dirty="0">
                <a:latin typeface="HSE Sans" panose="02000000000000000000" pitchFamily="2" charset="0"/>
              </a:rPr>
              <a:t>compute</a:t>
            </a:r>
            <a:endParaRPr lang="en-CN" dirty="0">
              <a:latin typeface="HSE Sans" panose="02000000000000000000" pitchFamily="2" charset="0"/>
            </a:endParaRPr>
          </a:p>
        </p:txBody>
      </p:sp>
      <p:sp>
        <p:nvSpPr>
          <p:cNvPr id="6" name="TextBox 5">
            <a:extLst>
              <a:ext uri="{FF2B5EF4-FFF2-40B4-BE49-F238E27FC236}">
                <a16:creationId xmlns:a16="http://schemas.microsoft.com/office/drawing/2014/main" id="{956C0BC8-C9FB-F397-632D-5AD9ADD6268D}"/>
              </a:ext>
            </a:extLst>
          </p:cNvPr>
          <p:cNvSpPr txBox="1"/>
          <p:nvPr/>
        </p:nvSpPr>
        <p:spPr>
          <a:xfrm>
            <a:off x="5910944" y="1453936"/>
            <a:ext cx="4209742" cy="923330"/>
          </a:xfrm>
          <a:prstGeom prst="rect">
            <a:avLst/>
          </a:prstGeom>
          <a:noFill/>
        </p:spPr>
        <p:txBody>
          <a:bodyPr wrap="none" rtlCol="0">
            <a:spAutoFit/>
          </a:bodyPr>
          <a:lstStyle/>
          <a:p>
            <a:r>
              <a:rPr lang="en-US" dirty="0">
                <a:latin typeface="HSE Sans" panose="02000000000000000000" pitchFamily="2" charset="0"/>
              </a:rPr>
              <a:t>A prompt for 1000 tokens is approximately</a:t>
            </a:r>
            <a:r>
              <a:rPr lang="en-US" sz="1000" dirty="0">
                <a:latin typeface="HSE Sans" panose="02000000000000000000" pitchFamily="2" charset="0"/>
              </a:rPr>
              <a:t>:</a:t>
            </a:r>
          </a:p>
          <a:p>
            <a:r>
              <a:rPr lang="en-US" altLang="zh-CN" dirty="0">
                <a:latin typeface="HSE Sans" panose="02000000000000000000" pitchFamily="2" charset="0"/>
              </a:rPr>
              <a:t>~500MB</a:t>
            </a:r>
            <a:r>
              <a:rPr lang="zh-CN" altLang="en-US" dirty="0">
                <a:latin typeface="HSE Sans" panose="02000000000000000000" pitchFamily="2" charset="0"/>
              </a:rPr>
              <a:t> </a:t>
            </a:r>
            <a:r>
              <a:rPr lang="en-US" altLang="zh-CN" dirty="0">
                <a:latin typeface="HSE Sans" panose="02000000000000000000" pitchFamily="2" charset="0"/>
              </a:rPr>
              <a:t>memory</a:t>
            </a:r>
          </a:p>
          <a:p>
            <a:r>
              <a:rPr lang="en-US" altLang="zh-CN" dirty="0">
                <a:latin typeface="HSE Sans" panose="02000000000000000000" pitchFamily="2" charset="0"/>
              </a:rPr>
              <a:t>~14TFLOPs</a:t>
            </a:r>
            <a:r>
              <a:rPr lang="zh-CN" altLang="en-US" dirty="0">
                <a:latin typeface="HSE Sans" panose="02000000000000000000" pitchFamily="2" charset="0"/>
              </a:rPr>
              <a:t> </a:t>
            </a:r>
            <a:r>
              <a:rPr lang="en-US" altLang="zh-CN" dirty="0">
                <a:latin typeface="HSE Sans" panose="02000000000000000000" pitchFamily="2" charset="0"/>
              </a:rPr>
              <a:t>of</a:t>
            </a:r>
            <a:r>
              <a:rPr lang="zh-CN" altLang="en-US" dirty="0">
                <a:latin typeface="HSE Sans" panose="02000000000000000000" pitchFamily="2" charset="0"/>
              </a:rPr>
              <a:t> </a:t>
            </a:r>
            <a:r>
              <a:rPr lang="en-US" altLang="zh-CN" dirty="0">
                <a:latin typeface="HSE Sans" panose="02000000000000000000" pitchFamily="2" charset="0"/>
              </a:rPr>
              <a:t>compute</a:t>
            </a:r>
            <a:endParaRPr lang="en-CN" dirty="0">
              <a:latin typeface="HSE Sans" panose="02000000000000000000" pitchFamily="2" charset="0"/>
            </a:endParaRPr>
          </a:p>
        </p:txBody>
      </p:sp>
      <p:sp>
        <p:nvSpPr>
          <p:cNvPr id="8" name="TextBox 7">
            <a:extLst>
              <a:ext uri="{FF2B5EF4-FFF2-40B4-BE49-F238E27FC236}">
                <a16:creationId xmlns:a16="http://schemas.microsoft.com/office/drawing/2014/main" id="{F1106169-892E-A0A5-DCFD-D45187BAD82B}"/>
              </a:ext>
            </a:extLst>
          </p:cNvPr>
          <p:cNvSpPr txBox="1"/>
          <p:nvPr/>
        </p:nvSpPr>
        <p:spPr>
          <a:xfrm>
            <a:off x="5758543" y="3877056"/>
            <a:ext cx="6259286" cy="1200329"/>
          </a:xfrm>
          <a:prstGeom prst="rect">
            <a:avLst/>
          </a:prstGeom>
          <a:noFill/>
        </p:spPr>
        <p:txBody>
          <a:bodyPr wrap="square" rtlCol="0">
            <a:spAutoFit/>
          </a:bodyPr>
          <a:lstStyle/>
          <a:p>
            <a:r>
              <a:rPr lang="en-US" dirty="0">
                <a:latin typeface="HSE Sans" panose="02000000000000000000" pitchFamily="2" charset="0"/>
              </a:rPr>
              <a:t>Assuming in the NVIDIA A10 </a:t>
            </a:r>
            <a:r>
              <a:rPr lang="en-US" altLang="zh-CN" dirty="0">
                <a:latin typeface="HSE Sans" panose="02000000000000000000" pitchFamily="2" charset="0"/>
              </a:rPr>
              <a:t>GPU:</a:t>
            </a:r>
          </a:p>
          <a:p>
            <a:pPr marL="285750" indent="-285750">
              <a:buFont typeface="Arial" panose="020B0604020202020204" pitchFamily="34" charset="0"/>
              <a:buChar char="•"/>
            </a:pPr>
            <a:r>
              <a:rPr lang="en-US" altLang="zh-CN" dirty="0">
                <a:latin typeface="HSE Sans" panose="02000000000000000000" pitchFamily="2" charset="0"/>
              </a:rPr>
              <a:t>Loading this 7B model requires 14GB of GPU memory.</a:t>
            </a:r>
          </a:p>
          <a:p>
            <a:pPr marL="285750" indent="-285750">
              <a:buFont typeface="Arial" panose="020B0604020202020204" pitchFamily="34" charset="0"/>
              <a:buChar char="•"/>
            </a:pPr>
            <a:r>
              <a:rPr lang="en-US" altLang="zh-CN" dirty="0">
                <a:latin typeface="HSE Sans" panose="02000000000000000000" pitchFamily="2" charset="0"/>
              </a:rPr>
              <a:t>The remaining 10GB of GPU memory supports a maximum KV cache window of approximately 20K.</a:t>
            </a:r>
            <a:r>
              <a:rPr lang="zh-CN" altLang="en-US" dirty="0">
                <a:latin typeface="HSE Sans" panose="02000000000000000000" pitchFamily="2" charset="0"/>
              </a:rPr>
              <a:t> </a:t>
            </a:r>
            <a:endParaRPr lang="en-CN" dirty="0">
              <a:latin typeface="HSE Sans" panose="02000000000000000000" pitchFamily="2" charset="0"/>
            </a:endParaRPr>
          </a:p>
        </p:txBody>
      </p:sp>
      <p:sp>
        <p:nvSpPr>
          <p:cNvPr id="9" name="Notched Right Arrow 8">
            <a:extLst>
              <a:ext uri="{FF2B5EF4-FFF2-40B4-BE49-F238E27FC236}">
                <a16:creationId xmlns:a16="http://schemas.microsoft.com/office/drawing/2014/main" id="{D3D2508B-4E36-37D8-BB07-FC0CBAD074E8}"/>
              </a:ext>
            </a:extLst>
          </p:cNvPr>
          <p:cNvSpPr/>
          <p:nvPr/>
        </p:nvSpPr>
        <p:spPr>
          <a:xfrm>
            <a:off x="872271" y="5887276"/>
            <a:ext cx="1099457" cy="544286"/>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TextBox 9">
            <a:extLst>
              <a:ext uri="{FF2B5EF4-FFF2-40B4-BE49-F238E27FC236}">
                <a16:creationId xmlns:a16="http://schemas.microsoft.com/office/drawing/2014/main" id="{68A4DF2C-9DFB-2545-9849-BE45583F5ABC}"/>
              </a:ext>
            </a:extLst>
          </p:cNvPr>
          <p:cNvSpPr txBox="1"/>
          <p:nvPr/>
        </p:nvSpPr>
        <p:spPr>
          <a:xfrm>
            <a:off x="2024743" y="5588896"/>
            <a:ext cx="3335850" cy="923330"/>
          </a:xfrm>
          <a:prstGeom prst="rect">
            <a:avLst/>
          </a:prstGeom>
          <a:noFill/>
        </p:spPr>
        <p:txBody>
          <a:bodyPr wrap="none" rtlCol="0">
            <a:spAutoFit/>
          </a:bodyPr>
          <a:lstStyle/>
          <a:p>
            <a:r>
              <a:rPr lang="en-US" dirty="0">
                <a:latin typeface="HSE Sans" panose="02000000000000000000" pitchFamily="2" charset="0"/>
              </a:rPr>
              <a:t>10K prompt inference time test</a:t>
            </a:r>
            <a:r>
              <a:rPr lang="en-US" altLang="zh-CN" dirty="0">
                <a:latin typeface="HSE Sans" panose="02000000000000000000" pitchFamily="2" charset="0"/>
              </a:rPr>
              <a:t>:</a:t>
            </a:r>
          </a:p>
          <a:p>
            <a:pPr marL="285750" indent="-285750">
              <a:buFont typeface="Arial" panose="020B0604020202020204" pitchFamily="34" charset="0"/>
              <a:buChar char="•"/>
            </a:pPr>
            <a:r>
              <a:rPr lang="en-US" altLang="zh-CN" dirty="0">
                <a:latin typeface="HSE Sans" panose="02000000000000000000" pitchFamily="2" charset="0"/>
              </a:rPr>
              <a:t>With</a:t>
            </a:r>
            <a:r>
              <a:rPr lang="zh-CN" altLang="en-US" dirty="0">
                <a:latin typeface="HSE Sans" panose="02000000000000000000" pitchFamily="2" charset="0"/>
              </a:rPr>
              <a:t> </a:t>
            </a:r>
            <a:r>
              <a:rPr lang="en-US" altLang="zh-CN" dirty="0">
                <a:latin typeface="HSE Sans" panose="02000000000000000000" pitchFamily="2" charset="0"/>
              </a:rPr>
              <a:t>KV</a:t>
            </a:r>
            <a:r>
              <a:rPr lang="zh-CN" altLang="en-US" dirty="0">
                <a:latin typeface="HSE Sans" panose="02000000000000000000" pitchFamily="2" charset="0"/>
              </a:rPr>
              <a:t> </a:t>
            </a:r>
            <a:r>
              <a:rPr lang="en-US" altLang="zh-CN" dirty="0">
                <a:latin typeface="HSE Sans" panose="02000000000000000000" pitchFamily="2" charset="0"/>
              </a:rPr>
              <a:t>Cache:</a:t>
            </a:r>
            <a:r>
              <a:rPr lang="zh-CN" altLang="en-US" dirty="0">
                <a:latin typeface="HSE Sans" panose="02000000000000000000" pitchFamily="2" charset="0"/>
              </a:rPr>
              <a:t> </a:t>
            </a:r>
            <a:r>
              <a:rPr lang="en-US" altLang="zh-CN" dirty="0">
                <a:latin typeface="HSE Sans" panose="02000000000000000000" pitchFamily="2" charset="0"/>
              </a:rPr>
              <a:t>11</a:t>
            </a:r>
            <a:r>
              <a:rPr lang="zh-CN" altLang="en-US" dirty="0">
                <a:latin typeface="HSE Sans" panose="02000000000000000000" pitchFamily="2" charset="0"/>
              </a:rPr>
              <a:t> </a:t>
            </a:r>
            <a:r>
              <a:rPr lang="en-US" altLang="zh-CN" dirty="0">
                <a:latin typeface="HSE Sans" panose="02000000000000000000" pitchFamily="2" charset="0"/>
              </a:rPr>
              <a:t>seconds</a:t>
            </a:r>
          </a:p>
          <a:p>
            <a:pPr marL="285750" indent="-285750">
              <a:buFont typeface="Arial" panose="020B0604020202020204" pitchFamily="34" charset="0"/>
              <a:buChar char="•"/>
            </a:pPr>
            <a:r>
              <a:rPr lang="en-US" altLang="zh-CN" dirty="0">
                <a:latin typeface="HSE Sans" panose="02000000000000000000" pitchFamily="2" charset="0"/>
              </a:rPr>
              <a:t>Without</a:t>
            </a:r>
            <a:r>
              <a:rPr lang="zh-CN" altLang="en-US" dirty="0">
                <a:latin typeface="HSE Sans" panose="02000000000000000000" pitchFamily="2" charset="0"/>
              </a:rPr>
              <a:t> </a:t>
            </a:r>
            <a:r>
              <a:rPr lang="en-US" altLang="zh-CN" dirty="0">
                <a:latin typeface="HSE Sans" panose="02000000000000000000" pitchFamily="2" charset="0"/>
              </a:rPr>
              <a:t>KV</a:t>
            </a:r>
            <a:r>
              <a:rPr lang="zh-CN" altLang="en-US" dirty="0">
                <a:latin typeface="HSE Sans" panose="02000000000000000000" pitchFamily="2" charset="0"/>
              </a:rPr>
              <a:t> </a:t>
            </a:r>
            <a:r>
              <a:rPr lang="en-US" altLang="zh-CN" dirty="0">
                <a:latin typeface="HSE Sans" panose="02000000000000000000" pitchFamily="2" charset="0"/>
              </a:rPr>
              <a:t>Cache:</a:t>
            </a:r>
            <a:r>
              <a:rPr lang="zh-CN" altLang="en-US" dirty="0">
                <a:latin typeface="HSE Sans" panose="02000000000000000000" pitchFamily="2" charset="0"/>
              </a:rPr>
              <a:t> </a:t>
            </a:r>
            <a:r>
              <a:rPr lang="en-US" altLang="zh-CN" dirty="0">
                <a:latin typeface="HSE Sans" panose="02000000000000000000" pitchFamily="2" charset="0"/>
              </a:rPr>
              <a:t>56</a:t>
            </a:r>
            <a:r>
              <a:rPr lang="zh-CN" altLang="en-US" dirty="0">
                <a:latin typeface="HSE Sans" panose="02000000000000000000" pitchFamily="2" charset="0"/>
              </a:rPr>
              <a:t> </a:t>
            </a:r>
            <a:r>
              <a:rPr lang="en-US" altLang="zh-CN" dirty="0">
                <a:latin typeface="HSE Sans" panose="02000000000000000000" pitchFamily="2" charset="0"/>
              </a:rPr>
              <a:t>seconds</a:t>
            </a:r>
            <a:endParaRPr lang="en-CN" dirty="0">
              <a:latin typeface="HSE Sans" panose="02000000000000000000" pitchFamily="2" charset="0"/>
            </a:endParaRPr>
          </a:p>
        </p:txBody>
      </p:sp>
    </p:spTree>
    <p:extLst>
      <p:ext uri="{BB962C8B-B14F-4D97-AF65-F5344CB8AC3E}">
        <p14:creationId xmlns:p14="http://schemas.microsoft.com/office/powerpoint/2010/main" val="928140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537A7-3E4C-F5CB-CB66-A54FC6DC2E2E}"/>
            </a:ext>
          </a:extLst>
        </p:cNvPr>
        <p:cNvGrpSpPr/>
        <p:nvPr/>
      </p:nvGrpSpPr>
      <p:grpSpPr>
        <a:xfrm>
          <a:off x="0" y="0"/>
          <a:ext cx="0" cy="0"/>
          <a:chOff x="0" y="0"/>
          <a:chExt cx="0" cy="0"/>
        </a:xfrm>
      </p:grpSpPr>
      <p:sp>
        <p:nvSpPr>
          <p:cNvPr id="5" name="Текст 4">
            <a:extLst>
              <a:ext uri="{FF2B5EF4-FFF2-40B4-BE49-F238E27FC236}">
                <a16:creationId xmlns:a16="http://schemas.microsoft.com/office/drawing/2014/main" id="{B0B88511-C79B-5C12-2A01-93E05B8A062B}"/>
              </a:ext>
            </a:extLst>
          </p:cNvPr>
          <p:cNvSpPr txBox="1">
            <a:spLocks/>
          </p:cNvSpPr>
          <p:nvPr/>
        </p:nvSpPr>
        <p:spPr>
          <a:xfrm>
            <a:off x="1133528" y="502639"/>
            <a:ext cx="5811558"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1 - Architecture-Level KV Reduction</a:t>
            </a:r>
          </a:p>
        </p:txBody>
      </p:sp>
      <p:pic>
        <p:nvPicPr>
          <p:cNvPr id="3" name="Picture 2" descr="A diagram of a group of objects&#10;&#10;AI-generated content may be incorrect.">
            <a:extLst>
              <a:ext uri="{FF2B5EF4-FFF2-40B4-BE49-F238E27FC236}">
                <a16:creationId xmlns:a16="http://schemas.microsoft.com/office/drawing/2014/main" id="{031CAB7E-DC1C-7F61-E9E3-A0EFCE79F660}"/>
              </a:ext>
            </a:extLst>
          </p:cNvPr>
          <p:cNvPicPr>
            <a:picLocks noChangeAspect="1"/>
          </p:cNvPicPr>
          <p:nvPr/>
        </p:nvPicPr>
        <p:blipFill>
          <a:blip r:embed="rId2"/>
          <a:stretch>
            <a:fillRect/>
          </a:stretch>
        </p:blipFill>
        <p:spPr>
          <a:xfrm>
            <a:off x="838200" y="3337380"/>
            <a:ext cx="4876800" cy="1614342"/>
          </a:xfrm>
          <a:prstGeom prst="rect">
            <a:avLst/>
          </a:prstGeom>
        </p:spPr>
      </p:pic>
      <p:pic>
        <p:nvPicPr>
          <p:cNvPr id="6" name="Picture 5" descr="A diagram of a network&#10;&#10;AI-generated content may be incorrect.">
            <a:extLst>
              <a:ext uri="{FF2B5EF4-FFF2-40B4-BE49-F238E27FC236}">
                <a16:creationId xmlns:a16="http://schemas.microsoft.com/office/drawing/2014/main" id="{38D11DB0-1198-0FFE-D034-5F9ECF5CB97A}"/>
              </a:ext>
            </a:extLst>
          </p:cNvPr>
          <p:cNvPicPr>
            <a:picLocks noChangeAspect="1"/>
          </p:cNvPicPr>
          <p:nvPr/>
        </p:nvPicPr>
        <p:blipFill>
          <a:blip r:embed="rId3"/>
          <a:stretch>
            <a:fillRect/>
          </a:stretch>
        </p:blipFill>
        <p:spPr>
          <a:xfrm>
            <a:off x="7104743" y="2754643"/>
            <a:ext cx="4557486" cy="3665207"/>
          </a:xfrm>
          <a:prstGeom prst="rect">
            <a:avLst/>
          </a:prstGeom>
        </p:spPr>
      </p:pic>
      <p:sp>
        <p:nvSpPr>
          <p:cNvPr id="8" name="Text 1">
            <a:extLst>
              <a:ext uri="{FF2B5EF4-FFF2-40B4-BE49-F238E27FC236}">
                <a16:creationId xmlns:a16="http://schemas.microsoft.com/office/drawing/2014/main" id="{20CD10A9-0321-5526-8491-0794A24E3180}"/>
              </a:ext>
            </a:extLst>
          </p:cNvPr>
          <p:cNvSpPr/>
          <p:nvPr/>
        </p:nvSpPr>
        <p:spPr>
          <a:xfrm>
            <a:off x="642257" y="1036524"/>
            <a:ext cx="10698480" cy="320040"/>
          </a:xfrm>
          <a:prstGeom prst="rect">
            <a:avLst/>
          </a:prstGeom>
          <a:noFill/>
          <a:ln/>
        </p:spPr>
        <p:txBody>
          <a:bodyPr wrap="square" lIns="0" tIns="0" rIns="0" bIns="0" rtlCol="0" anchor="ctr"/>
          <a:lstStyle/>
          <a:p>
            <a:pPr marL="0" indent="0">
              <a:buNone/>
            </a:pPr>
            <a:r>
              <a:rPr lang="en-US" dirty="0">
                <a:latin typeface="HSE Sans" panose="02000000000000000000" pitchFamily="2" charset="0"/>
              </a:rPr>
              <a:t>Change the attention architecture so the model stores fewer or smaller K/V tensors.</a:t>
            </a:r>
          </a:p>
        </p:txBody>
      </p:sp>
      <p:sp>
        <p:nvSpPr>
          <p:cNvPr id="9" name="Shape 3">
            <a:extLst>
              <a:ext uri="{FF2B5EF4-FFF2-40B4-BE49-F238E27FC236}">
                <a16:creationId xmlns:a16="http://schemas.microsoft.com/office/drawing/2014/main" id="{4F029B42-8952-B707-9E1A-BBAC01160B46}"/>
              </a:ext>
            </a:extLst>
          </p:cNvPr>
          <p:cNvSpPr/>
          <p:nvPr/>
        </p:nvSpPr>
        <p:spPr>
          <a:xfrm>
            <a:off x="330926" y="1474524"/>
            <a:ext cx="1691640" cy="1051560"/>
          </a:xfrm>
          <a:prstGeom prst="roundRect">
            <a:avLst>
              <a:gd name="adj" fmla="val 6957"/>
            </a:avLst>
          </a:prstGeom>
          <a:solidFill>
            <a:srgbClr val="FEE2E2"/>
          </a:solidFill>
          <a:ln w="1270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0" name="Text 4">
            <a:extLst>
              <a:ext uri="{FF2B5EF4-FFF2-40B4-BE49-F238E27FC236}">
                <a16:creationId xmlns:a16="http://schemas.microsoft.com/office/drawing/2014/main" id="{9DE6DF78-C544-853D-C42F-734F594EE46D}"/>
              </a:ext>
            </a:extLst>
          </p:cNvPr>
          <p:cNvSpPr/>
          <p:nvPr/>
        </p:nvSpPr>
        <p:spPr>
          <a:xfrm>
            <a:off x="404078" y="1547676"/>
            <a:ext cx="1545336" cy="905256"/>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MHA</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Many KV heads</a:t>
            </a:r>
            <a:endParaRPr lang="en-US" sz="1300" dirty="0">
              <a:latin typeface="Times New Roman" panose="02020603050405020304" pitchFamily="18" charset="0"/>
              <a:cs typeface="Times New Roman" panose="02020603050405020304" pitchFamily="18" charset="0"/>
            </a:endParaRPr>
          </a:p>
        </p:txBody>
      </p:sp>
      <p:sp>
        <p:nvSpPr>
          <p:cNvPr id="11" name="Shape 5">
            <a:extLst>
              <a:ext uri="{FF2B5EF4-FFF2-40B4-BE49-F238E27FC236}">
                <a16:creationId xmlns:a16="http://schemas.microsoft.com/office/drawing/2014/main" id="{66D9C523-3384-F1CD-0C5A-243C6A857C2F}"/>
              </a:ext>
            </a:extLst>
          </p:cNvPr>
          <p:cNvSpPr/>
          <p:nvPr/>
        </p:nvSpPr>
        <p:spPr>
          <a:xfrm>
            <a:off x="2114006" y="1995732"/>
            <a:ext cx="45720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2" name="Shape 6">
            <a:extLst>
              <a:ext uri="{FF2B5EF4-FFF2-40B4-BE49-F238E27FC236}">
                <a16:creationId xmlns:a16="http://schemas.microsoft.com/office/drawing/2014/main" id="{766E6CE0-48FD-DF8D-23FE-712ADF8703CE}"/>
              </a:ext>
            </a:extLst>
          </p:cNvPr>
          <p:cNvSpPr/>
          <p:nvPr/>
        </p:nvSpPr>
        <p:spPr>
          <a:xfrm>
            <a:off x="2662646" y="1474524"/>
            <a:ext cx="1691640" cy="1051560"/>
          </a:xfrm>
          <a:prstGeom prst="roundRect">
            <a:avLst>
              <a:gd name="adj" fmla="val 6957"/>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3" name="Text 7">
            <a:extLst>
              <a:ext uri="{FF2B5EF4-FFF2-40B4-BE49-F238E27FC236}">
                <a16:creationId xmlns:a16="http://schemas.microsoft.com/office/drawing/2014/main" id="{25E9CACC-CBBA-330C-A3E9-00C8106341D6}"/>
              </a:ext>
            </a:extLst>
          </p:cNvPr>
          <p:cNvSpPr/>
          <p:nvPr/>
        </p:nvSpPr>
        <p:spPr>
          <a:xfrm>
            <a:off x="2735798" y="1547676"/>
            <a:ext cx="1545336" cy="905256"/>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MQA</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1 KV head</a:t>
            </a:r>
            <a:endParaRPr lang="en-US" sz="1300" dirty="0">
              <a:latin typeface="Times New Roman" panose="02020603050405020304" pitchFamily="18" charset="0"/>
              <a:cs typeface="Times New Roman" panose="02020603050405020304" pitchFamily="18" charset="0"/>
            </a:endParaRPr>
          </a:p>
        </p:txBody>
      </p:sp>
      <p:sp>
        <p:nvSpPr>
          <p:cNvPr id="14" name="Shape 8">
            <a:extLst>
              <a:ext uri="{FF2B5EF4-FFF2-40B4-BE49-F238E27FC236}">
                <a16:creationId xmlns:a16="http://schemas.microsoft.com/office/drawing/2014/main" id="{4EE16C32-E573-93F8-411F-462093E64FDB}"/>
              </a:ext>
            </a:extLst>
          </p:cNvPr>
          <p:cNvSpPr/>
          <p:nvPr/>
        </p:nvSpPr>
        <p:spPr>
          <a:xfrm>
            <a:off x="4445726" y="1995732"/>
            <a:ext cx="54864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5" name="Shape 9">
            <a:extLst>
              <a:ext uri="{FF2B5EF4-FFF2-40B4-BE49-F238E27FC236}">
                <a16:creationId xmlns:a16="http://schemas.microsoft.com/office/drawing/2014/main" id="{DB082819-A8D6-0529-C63A-C1C64C38B8B5}"/>
              </a:ext>
            </a:extLst>
          </p:cNvPr>
          <p:cNvSpPr/>
          <p:nvPr/>
        </p:nvSpPr>
        <p:spPr>
          <a:xfrm>
            <a:off x="5085806" y="1474524"/>
            <a:ext cx="1691640" cy="1051560"/>
          </a:xfrm>
          <a:prstGeom prst="roundRect">
            <a:avLst>
              <a:gd name="adj" fmla="val 6957"/>
            </a:avLst>
          </a:prstGeom>
          <a:solidFill>
            <a:srgbClr val="DBEAFE"/>
          </a:solidFill>
          <a:ln w="12700">
            <a:solidFill>
              <a:srgbClr val="1D4ED8"/>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6" name="Text 10">
            <a:extLst>
              <a:ext uri="{FF2B5EF4-FFF2-40B4-BE49-F238E27FC236}">
                <a16:creationId xmlns:a16="http://schemas.microsoft.com/office/drawing/2014/main" id="{B4A09104-E098-7726-171F-9564D8745952}"/>
              </a:ext>
            </a:extLst>
          </p:cNvPr>
          <p:cNvSpPr/>
          <p:nvPr/>
        </p:nvSpPr>
        <p:spPr>
          <a:xfrm>
            <a:off x="5158958" y="1547676"/>
            <a:ext cx="1545336" cy="905256"/>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GQA</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Grouped KV heads</a:t>
            </a:r>
            <a:endParaRPr lang="en-US" sz="1300" dirty="0">
              <a:latin typeface="Times New Roman" panose="02020603050405020304" pitchFamily="18" charset="0"/>
              <a:cs typeface="Times New Roman" panose="02020603050405020304" pitchFamily="18" charset="0"/>
            </a:endParaRPr>
          </a:p>
        </p:txBody>
      </p:sp>
      <p:sp>
        <p:nvSpPr>
          <p:cNvPr id="17" name="Shape 11">
            <a:extLst>
              <a:ext uri="{FF2B5EF4-FFF2-40B4-BE49-F238E27FC236}">
                <a16:creationId xmlns:a16="http://schemas.microsoft.com/office/drawing/2014/main" id="{34C46ADF-E7CA-A62F-0FA3-FA607CB9FAD3}"/>
              </a:ext>
            </a:extLst>
          </p:cNvPr>
          <p:cNvSpPr/>
          <p:nvPr/>
        </p:nvSpPr>
        <p:spPr>
          <a:xfrm>
            <a:off x="6868886" y="1995732"/>
            <a:ext cx="64008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8" name="Shape 12">
            <a:extLst>
              <a:ext uri="{FF2B5EF4-FFF2-40B4-BE49-F238E27FC236}">
                <a16:creationId xmlns:a16="http://schemas.microsoft.com/office/drawing/2014/main" id="{3CC3F99A-9D55-F6E9-ED9E-79218D65DB6E}"/>
              </a:ext>
            </a:extLst>
          </p:cNvPr>
          <p:cNvSpPr/>
          <p:nvPr/>
        </p:nvSpPr>
        <p:spPr>
          <a:xfrm>
            <a:off x="7600406" y="1474524"/>
            <a:ext cx="1691640" cy="1051560"/>
          </a:xfrm>
          <a:prstGeom prst="roundRect">
            <a:avLst>
              <a:gd name="adj" fmla="val 6957"/>
            </a:avLst>
          </a:prstGeom>
          <a:solidFill>
            <a:srgbClr val="EDE9FE"/>
          </a:solidFill>
          <a:ln w="12700">
            <a:solidFill>
              <a:srgbClr val="7C3AED"/>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9" name="Text 13">
            <a:extLst>
              <a:ext uri="{FF2B5EF4-FFF2-40B4-BE49-F238E27FC236}">
                <a16:creationId xmlns:a16="http://schemas.microsoft.com/office/drawing/2014/main" id="{9E25139F-458C-70CA-529C-EE67EFF4D0C6}"/>
              </a:ext>
            </a:extLst>
          </p:cNvPr>
          <p:cNvSpPr/>
          <p:nvPr/>
        </p:nvSpPr>
        <p:spPr>
          <a:xfrm>
            <a:off x="7673558" y="1547676"/>
            <a:ext cx="1545336" cy="905256"/>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MLA</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Latent KV state</a:t>
            </a:r>
            <a:endParaRPr lang="en-US" sz="1300" dirty="0">
              <a:latin typeface="Times New Roman" panose="02020603050405020304" pitchFamily="18" charset="0"/>
              <a:cs typeface="Times New Roman" panose="02020603050405020304" pitchFamily="18" charset="0"/>
            </a:endParaRPr>
          </a:p>
        </p:txBody>
      </p:sp>
      <p:sp>
        <p:nvSpPr>
          <p:cNvPr id="20" name="Shape 14">
            <a:extLst>
              <a:ext uri="{FF2B5EF4-FFF2-40B4-BE49-F238E27FC236}">
                <a16:creationId xmlns:a16="http://schemas.microsoft.com/office/drawing/2014/main" id="{61F86819-A3AA-8FD9-A6E3-E31DB2DE7649}"/>
              </a:ext>
            </a:extLst>
          </p:cNvPr>
          <p:cNvSpPr/>
          <p:nvPr/>
        </p:nvSpPr>
        <p:spPr>
          <a:xfrm>
            <a:off x="9383486" y="1995732"/>
            <a:ext cx="45720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21" name="Shape 15">
            <a:extLst>
              <a:ext uri="{FF2B5EF4-FFF2-40B4-BE49-F238E27FC236}">
                <a16:creationId xmlns:a16="http://schemas.microsoft.com/office/drawing/2014/main" id="{D871A777-35E9-002C-F6EA-7990072DB13C}"/>
              </a:ext>
            </a:extLst>
          </p:cNvPr>
          <p:cNvSpPr/>
          <p:nvPr/>
        </p:nvSpPr>
        <p:spPr>
          <a:xfrm>
            <a:off x="9932126" y="1474524"/>
            <a:ext cx="1691640" cy="1051560"/>
          </a:xfrm>
          <a:prstGeom prst="roundRect">
            <a:avLst>
              <a:gd name="adj" fmla="val 6957"/>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22" name="Text 16">
            <a:extLst>
              <a:ext uri="{FF2B5EF4-FFF2-40B4-BE49-F238E27FC236}">
                <a16:creationId xmlns:a16="http://schemas.microsoft.com/office/drawing/2014/main" id="{D781C10A-1523-A484-E482-B3FAADB7E90B}"/>
              </a:ext>
            </a:extLst>
          </p:cNvPr>
          <p:cNvSpPr/>
          <p:nvPr/>
        </p:nvSpPr>
        <p:spPr>
          <a:xfrm>
            <a:off x="10005278" y="1547676"/>
            <a:ext cx="1545336" cy="905256"/>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Future</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Hybrid designs</a:t>
            </a:r>
            <a:endParaRPr lang="en-US" sz="1300" dirty="0">
              <a:latin typeface="Times New Roman" panose="02020603050405020304" pitchFamily="18" charset="0"/>
              <a:cs typeface="Times New Roman" panose="02020603050405020304" pitchFamily="18" charset="0"/>
            </a:endParaRPr>
          </a:p>
        </p:txBody>
      </p:sp>
      <p:sp>
        <p:nvSpPr>
          <p:cNvPr id="23" name="Shape 17">
            <a:extLst>
              <a:ext uri="{FF2B5EF4-FFF2-40B4-BE49-F238E27FC236}">
                <a16:creationId xmlns:a16="http://schemas.microsoft.com/office/drawing/2014/main" id="{D1D8ACB1-5870-400E-A281-9E64D55D8775}"/>
              </a:ext>
            </a:extLst>
          </p:cNvPr>
          <p:cNvSpPr/>
          <p:nvPr/>
        </p:nvSpPr>
        <p:spPr>
          <a:xfrm>
            <a:off x="529771" y="5605320"/>
            <a:ext cx="6373368" cy="694788"/>
          </a:xfrm>
          <a:prstGeom prst="roundRect">
            <a:avLst>
              <a:gd name="adj" fmla="val 11765"/>
            </a:avLst>
          </a:prstGeom>
          <a:solidFill>
            <a:srgbClr val="DBEAFE"/>
          </a:solidFill>
          <a:ln w="13970">
            <a:solidFill>
              <a:srgbClr val="1D4ED8"/>
            </a:solidFill>
            <a:prstDash val="solid"/>
          </a:ln>
        </p:spPr>
        <p:txBody>
          <a:bodyPr/>
          <a:lstStyle/>
          <a:p>
            <a:r>
              <a:rPr lang="en-US" b="1" dirty="0">
                <a:solidFill>
                  <a:srgbClr val="334155"/>
                </a:solidFill>
                <a:latin typeface="Times New Roman" panose="02020603050405020304" pitchFamily="18" charset="0"/>
                <a:cs typeface="Times New Roman" panose="02020603050405020304" pitchFamily="18" charset="0"/>
              </a:rPr>
              <a:t>This direction usually requires architecture choice during training or conversion/uptraining from an existing checkpoint.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025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E3F7B-63BE-255D-45D8-1FD46B556B02}"/>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F2456BFC-2888-88FC-C192-88D5F01C994C}"/>
              </a:ext>
            </a:extLst>
          </p:cNvPr>
          <p:cNvSpPr txBox="1">
            <a:spLocks/>
          </p:cNvSpPr>
          <p:nvPr/>
        </p:nvSpPr>
        <p:spPr>
          <a:xfrm>
            <a:off x="1133528" y="502639"/>
            <a:ext cx="3939215"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2 - KV Cache Quantization</a:t>
            </a:r>
          </a:p>
        </p:txBody>
      </p:sp>
      <p:sp>
        <p:nvSpPr>
          <p:cNvPr id="2" name="TextBox 1">
            <a:extLst>
              <a:ext uri="{FF2B5EF4-FFF2-40B4-BE49-F238E27FC236}">
                <a16:creationId xmlns:a16="http://schemas.microsoft.com/office/drawing/2014/main" id="{EFAB64E2-4440-3550-40E6-165A0E35DCA3}"/>
              </a:ext>
            </a:extLst>
          </p:cNvPr>
          <p:cNvSpPr txBox="1"/>
          <p:nvPr/>
        </p:nvSpPr>
        <p:spPr>
          <a:xfrm>
            <a:off x="1045029" y="918564"/>
            <a:ext cx="6115713" cy="369332"/>
          </a:xfrm>
          <a:prstGeom prst="rect">
            <a:avLst/>
          </a:prstGeom>
          <a:noFill/>
        </p:spPr>
        <p:txBody>
          <a:bodyPr wrap="none" rtlCol="0">
            <a:spAutoFit/>
          </a:bodyPr>
          <a:lstStyle/>
          <a:p>
            <a:r>
              <a:rPr lang="en-US" dirty="0">
                <a:latin typeface="HSE Sans" panose="02000000000000000000" pitchFamily="2" charset="0"/>
              </a:rPr>
              <a:t>Keep the same tokens and layers, but store K/V with fewer bits.</a:t>
            </a:r>
          </a:p>
        </p:txBody>
      </p:sp>
      <p:sp>
        <p:nvSpPr>
          <p:cNvPr id="3" name="Shape 3">
            <a:extLst>
              <a:ext uri="{FF2B5EF4-FFF2-40B4-BE49-F238E27FC236}">
                <a16:creationId xmlns:a16="http://schemas.microsoft.com/office/drawing/2014/main" id="{479CE8B6-EC08-6DF1-62C1-2449B1265C89}"/>
              </a:ext>
            </a:extLst>
          </p:cNvPr>
          <p:cNvSpPr/>
          <p:nvPr/>
        </p:nvSpPr>
        <p:spPr>
          <a:xfrm>
            <a:off x="1519765" y="1475232"/>
            <a:ext cx="2194560" cy="868680"/>
          </a:xfrm>
          <a:prstGeom prst="roundRect">
            <a:avLst>
              <a:gd name="adj" fmla="val 8421"/>
            </a:avLst>
          </a:prstGeom>
          <a:solidFill>
            <a:srgbClr val="FEE2E2"/>
          </a:solidFill>
          <a:ln w="1270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 name="Text 4">
            <a:extLst>
              <a:ext uri="{FF2B5EF4-FFF2-40B4-BE49-F238E27FC236}">
                <a16:creationId xmlns:a16="http://schemas.microsoft.com/office/drawing/2014/main" id="{1812472C-8D3C-FA19-BD60-0653A370CCE7}"/>
              </a:ext>
            </a:extLst>
          </p:cNvPr>
          <p:cNvSpPr/>
          <p:nvPr/>
        </p:nvSpPr>
        <p:spPr>
          <a:xfrm>
            <a:off x="1592917" y="1548384"/>
            <a:ext cx="2048256" cy="722376"/>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FP16/BF16 KV</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16 bits per value</a:t>
            </a:r>
            <a:endParaRPr lang="en-US" sz="1250" dirty="0">
              <a:latin typeface="Times New Roman" panose="02020603050405020304" pitchFamily="18" charset="0"/>
              <a:cs typeface="Times New Roman" panose="02020603050405020304" pitchFamily="18" charset="0"/>
            </a:endParaRPr>
          </a:p>
        </p:txBody>
      </p:sp>
      <p:sp>
        <p:nvSpPr>
          <p:cNvPr id="5" name="Shape 5">
            <a:extLst>
              <a:ext uri="{FF2B5EF4-FFF2-40B4-BE49-F238E27FC236}">
                <a16:creationId xmlns:a16="http://schemas.microsoft.com/office/drawing/2014/main" id="{877A3DD3-EF4F-B09D-E065-1AAEDC23CD62}"/>
              </a:ext>
            </a:extLst>
          </p:cNvPr>
          <p:cNvSpPr/>
          <p:nvPr/>
        </p:nvSpPr>
        <p:spPr>
          <a:xfrm>
            <a:off x="3851485" y="1905000"/>
            <a:ext cx="64008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6" name="Shape 6">
            <a:extLst>
              <a:ext uri="{FF2B5EF4-FFF2-40B4-BE49-F238E27FC236}">
                <a16:creationId xmlns:a16="http://schemas.microsoft.com/office/drawing/2014/main" id="{BBEA54F7-CE0B-295C-7A85-A080DF1AA5EA}"/>
              </a:ext>
            </a:extLst>
          </p:cNvPr>
          <p:cNvSpPr/>
          <p:nvPr/>
        </p:nvSpPr>
        <p:spPr>
          <a:xfrm>
            <a:off x="4628725" y="1475232"/>
            <a:ext cx="2423160" cy="868680"/>
          </a:xfrm>
          <a:prstGeom prst="roundRect">
            <a:avLst>
              <a:gd name="adj" fmla="val 8421"/>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8" name="Text 7">
            <a:extLst>
              <a:ext uri="{FF2B5EF4-FFF2-40B4-BE49-F238E27FC236}">
                <a16:creationId xmlns:a16="http://schemas.microsoft.com/office/drawing/2014/main" id="{FF3B3B94-47CC-2C78-7AD2-0E1B5EDFA018}"/>
              </a:ext>
            </a:extLst>
          </p:cNvPr>
          <p:cNvSpPr/>
          <p:nvPr/>
        </p:nvSpPr>
        <p:spPr>
          <a:xfrm>
            <a:off x="4701877" y="1548384"/>
            <a:ext cx="2276856" cy="722376"/>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INT8 / INT4 / 2-bit KV</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smaller cache</a:t>
            </a:r>
            <a:endParaRPr lang="en-US" sz="1250" dirty="0">
              <a:latin typeface="Times New Roman" panose="02020603050405020304" pitchFamily="18" charset="0"/>
              <a:cs typeface="Times New Roman" panose="02020603050405020304" pitchFamily="18" charset="0"/>
            </a:endParaRPr>
          </a:p>
        </p:txBody>
      </p:sp>
      <p:sp>
        <p:nvSpPr>
          <p:cNvPr id="9" name="Shape 8">
            <a:extLst>
              <a:ext uri="{FF2B5EF4-FFF2-40B4-BE49-F238E27FC236}">
                <a16:creationId xmlns:a16="http://schemas.microsoft.com/office/drawing/2014/main" id="{89A5515D-265B-E14E-A23C-9DF748443E1B}"/>
              </a:ext>
            </a:extLst>
          </p:cNvPr>
          <p:cNvSpPr/>
          <p:nvPr/>
        </p:nvSpPr>
        <p:spPr>
          <a:xfrm>
            <a:off x="7189045" y="1905000"/>
            <a:ext cx="64008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0" name="Shape 9">
            <a:extLst>
              <a:ext uri="{FF2B5EF4-FFF2-40B4-BE49-F238E27FC236}">
                <a16:creationId xmlns:a16="http://schemas.microsoft.com/office/drawing/2014/main" id="{E021F70D-7DE7-BD5B-463C-991331F0BC86}"/>
              </a:ext>
            </a:extLst>
          </p:cNvPr>
          <p:cNvSpPr/>
          <p:nvPr/>
        </p:nvSpPr>
        <p:spPr>
          <a:xfrm>
            <a:off x="7966285" y="1475232"/>
            <a:ext cx="2971800" cy="868680"/>
          </a:xfrm>
          <a:prstGeom prst="roundRect">
            <a:avLst>
              <a:gd name="adj" fmla="val 8421"/>
            </a:avLst>
          </a:prstGeom>
          <a:solidFill>
            <a:srgbClr val="DBEAFE"/>
          </a:solidFill>
          <a:ln w="12700">
            <a:solidFill>
              <a:srgbClr val="1D4ED8"/>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1" name="Text 10">
            <a:extLst>
              <a:ext uri="{FF2B5EF4-FFF2-40B4-BE49-F238E27FC236}">
                <a16:creationId xmlns:a16="http://schemas.microsoft.com/office/drawing/2014/main" id="{1C9FB3F1-AC10-DDE3-6616-6834EA2D1A27}"/>
              </a:ext>
            </a:extLst>
          </p:cNvPr>
          <p:cNvSpPr/>
          <p:nvPr/>
        </p:nvSpPr>
        <p:spPr>
          <a:xfrm>
            <a:off x="8039437" y="1548384"/>
            <a:ext cx="2825496" cy="722376"/>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Dequantize / use directly</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in attention kernels</a:t>
            </a:r>
            <a:endParaRPr lang="en-US" sz="1250" dirty="0">
              <a:latin typeface="Times New Roman" panose="02020603050405020304" pitchFamily="18" charset="0"/>
              <a:cs typeface="Times New Roman" panose="02020603050405020304" pitchFamily="18" charset="0"/>
            </a:endParaRPr>
          </a:p>
        </p:txBody>
      </p:sp>
      <p:sp>
        <p:nvSpPr>
          <p:cNvPr id="14" name="Shape 3">
            <a:extLst>
              <a:ext uri="{FF2B5EF4-FFF2-40B4-BE49-F238E27FC236}">
                <a16:creationId xmlns:a16="http://schemas.microsoft.com/office/drawing/2014/main" id="{8B1295E7-407B-4B2D-0EA1-2DF4BAD932BA}"/>
              </a:ext>
            </a:extLst>
          </p:cNvPr>
          <p:cNvSpPr/>
          <p:nvPr/>
        </p:nvSpPr>
        <p:spPr>
          <a:xfrm>
            <a:off x="559844" y="2557272"/>
            <a:ext cx="2011680" cy="576072"/>
          </a:xfrm>
          <a:prstGeom prst="rect">
            <a:avLst/>
          </a:prstGeom>
          <a:solidFill>
            <a:srgbClr val="059669"/>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5" name="Text 4">
            <a:extLst>
              <a:ext uri="{FF2B5EF4-FFF2-40B4-BE49-F238E27FC236}">
                <a16:creationId xmlns:a16="http://schemas.microsoft.com/office/drawing/2014/main" id="{9468DE53-F972-1DF6-6D65-CB98822465C6}"/>
              </a:ext>
            </a:extLst>
          </p:cNvPr>
          <p:cNvSpPr/>
          <p:nvPr/>
        </p:nvSpPr>
        <p:spPr>
          <a:xfrm>
            <a:off x="614708" y="2612136"/>
            <a:ext cx="1901952" cy="46634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Method</a:t>
            </a:r>
            <a:endParaRPr lang="en-US" sz="1000" dirty="0">
              <a:latin typeface="Times New Roman" panose="02020603050405020304" pitchFamily="18" charset="0"/>
              <a:cs typeface="Times New Roman" panose="02020603050405020304" pitchFamily="18" charset="0"/>
            </a:endParaRPr>
          </a:p>
        </p:txBody>
      </p:sp>
      <p:sp>
        <p:nvSpPr>
          <p:cNvPr id="16" name="Shape 5">
            <a:extLst>
              <a:ext uri="{FF2B5EF4-FFF2-40B4-BE49-F238E27FC236}">
                <a16:creationId xmlns:a16="http://schemas.microsoft.com/office/drawing/2014/main" id="{CB24D804-5625-2EF8-E496-F80C4A7C81C8}"/>
              </a:ext>
            </a:extLst>
          </p:cNvPr>
          <p:cNvSpPr/>
          <p:nvPr/>
        </p:nvSpPr>
        <p:spPr>
          <a:xfrm>
            <a:off x="2571524" y="2557272"/>
            <a:ext cx="5074920" cy="576072"/>
          </a:xfrm>
          <a:prstGeom prst="rect">
            <a:avLst/>
          </a:prstGeom>
          <a:solidFill>
            <a:srgbClr val="059669"/>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7" name="Text 6">
            <a:extLst>
              <a:ext uri="{FF2B5EF4-FFF2-40B4-BE49-F238E27FC236}">
                <a16:creationId xmlns:a16="http://schemas.microsoft.com/office/drawing/2014/main" id="{1B060274-DF68-F5B2-6CFB-EA104C00B2F9}"/>
              </a:ext>
            </a:extLst>
          </p:cNvPr>
          <p:cNvSpPr/>
          <p:nvPr/>
        </p:nvSpPr>
        <p:spPr>
          <a:xfrm>
            <a:off x="2626388" y="2612136"/>
            <a:ext cx="4965192" cy="46634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Core idea</a:t>
            </a:r>
            <a:endParaRPr lang="en-US" sz="1000" dirty="0">
              <a:latin typeface="Times New Roman" panose="02020603050405020304" pitchFamily="18" charset="0"/>
              <a:cs typeface="Times New Roman" panose="02020603050405020304" pitchFamily="18" charset="0"/>
            </a:endParaRPr>
          </a:p>
        </p:txBody>
      </p:sp>
      <p:sp>
        <p:nvSpPr>
          <p:cNvPr id="18" name="Shape 7">
            <a:extLst>
              <a:ext uri="{FF2B5EF4-FFF2-40B4-BE49-F238E27FC236}">
                <a16:creationId xmlns:a16="http://schemas.microsoft.com/office/drawing/2014/main" id="{3ADA3C56-F103-ECD1-955B-7AF25913DC61}"/>
              </a:ext>
            </a:extLst>
          </p:cNvPr>
          <p:cNvSpPr/>
          <p:nvPr/>
        </p:nvSpPr>
        <p:spPr>
          <a:xfrm>
            <a:off x="7646444" y="2557272"/>
            <a:ext cx="3977640" cy="576072"/>
          </a:xfrm>
          <a:prstGeom prst="rect">
            <a:avLst/>
          </a:prstGeom>
          <a:solidFill>
            <a:srgbClr val="059669"/>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9" name="Text 8">
            <a:extLst>
              <a:ext uri="{FF2B5EF4-FFF2-40B4-BE49-F238E27FC236}">
                <a16:creationId xmlns:a16="http://schemas.microsoft.com/office/drawing/2014/main" id="{883CB76B-EFE3-0442-C263-C49699E7647D}"/>
              </a:ext>
            </a:extLst>
          </p:cNvPr>
          <p:cNvSpPr/>
          <p:nvPr/>
        </p:nvSpPr>
        <p:spPr>
          <a:xfrm>
            <a:off x="7701308" y="2612136"/>
            <a:ext cx="3867912" cy="466344"/>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What to emphasize in a talk</a:t>
            </a:r>
            <a:endParaRPr lang="en-US" sz="1000" dirty="0">
              <a:latin typeface="Times New Roman" panose="02020603050405020304" pitchFamily="18" charset="0"/>
              <a:cs typeface="Times New Roman" panose="02020603050405020304" pitchFamily="18" charset="0"/>
            </a:endParaRPr>
          </a:p>
        </p:txBody>
      </p:sp>
      <p:sp>
        <p:nvSpPr>
          <p:cNvPr id="20" name="Shape 9">
            <a:extLst>
              <a:ext uri="{FF2B5EF4-FFF2-40B4-BE49-F238E27FC236}">
                <a16:creationId xmlns:a16="http://schemas.microsoft.com/office/drawing/2014/main" id="{7F073656-4889-03F7-1DE1-589C36DA259B}"/>
              </a:ext>
            </a:extLst>
          </p:cNvPr>
          <p:cNvSpPr/>
          <p:nvPr/>
        </p:nvSpPr>
        <p:spPr>
          <a:xfrm>
            <a:off x="559844" y="3133344"/>
            <a:ext cx="201168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1" name="Text 10">
            <a:extLst>
              <a:ext uri="{FF2B5EF4-FFF2-40B4-BE49-F238E27FC236}">
                <a16:creationId xmlns:a16="http://schemas.microsoft.com/office/drawing/2014/main" id="{E086D29C-C557-8A17-5988-1A92103E13D9}"/>
              </a:ext>
            </a:extLst>
          </p:cNvPr>
          <p:cNvSpPr/>
          <p:nvPr/>
        </p:nvSpPr>
        <p:spPr>
          <a:xfrm>
            <a:off x="614708" y="3188208"/>
            <a:ext cx="190195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KVQuant</a:t>
            </a:r>
            <a:endParaRPr lang="en-US" sz="1000" dirty="0">
              <a:latin typeface="Times New Roman" panose="02020603050405020304" pitchFamily="18" charset="0"/>
              <a:cs typeface="Times New Roman" panose="02020603050405020304" pitchFamily="18" charset="0"/>
            </a:endParaRPr>
          </a:p>
        </p:txBody>
      </p:sp>
      <p:sp>
        <p:nvSpPr>
          <p:cNvPr id="22" name="Shape 11">
            <a:extLst>
              <a:ext uri="{FF2B5EF4-FFF2-40B4-BE49-F238E27FC236}">
                <a16:creationId xmlns:a16="http://schemas.microsoft.com/office/drawing/2014/main" id="{E9339B51-9080-C43D-A3A0-77B5D72AB8BD}"/>
              </a:ext>
            </a:extLst>
          </p:cNvPr>
          <p:cNvSpPr/>
          <p:nvPr/>
        </p:nvSpPr>
        <p:spPr>
          <a:xfrm>
            <a:off x="2571524" y="3133344"/>
            <a:ext cx="507492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3" name="Text 12">
            <a:extLst>
              <a:ext uri="{FF2B5EF4-FFF2-40B4-BE49-F238E27FC236}">
                <a16:creationId xmlns:a16="http://schemas.microsoft.com/office/drawing/2014/main" id="{CBA45ADD-CDB5-7A2A-D483-E5BAE60CF34F}"/>
              </a:ext>
            </a:extLst>
          </p:cNvPr>
          <p:cNvSpPr/>
          <p:nvPr/>
        </p:nvSpPr>
        <p:spPr>
          <a:xfrm>
            <a:off x="2626388" y="3188208"/>
            <a:ext cx="496519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Outlier-aware quantization for KV cache.</a:t>
            </a:r>
            <a:endParaRPr lang="en-US" sz="1000" dirty="0">
              <a:latin typeface="Times New Roman" panose="02020603050405020304" pitchFamily="18" charset="0"/>
              <a:cs typeface="Times New Roman" panose="02020603050405020304" pitchFamily="18" charset="0"/>
            </a:endParaRPr>
          </a:p>
        </p:txBody>
      </p:sp>
      <p:sp>
        <p:nvSpPr>
          <p:cNvPr id="24" name="Shape 13">
            <a:extLst>
              <a:ext uri="{FF2B5EF4-FFF2-40B4-BE49-F238E27FC236}">
                <a16:creationId xmlns:a16="http://schemas.microsoft.com/office/drawing/2014/main" id="{E9853760-F939-1D14-E9B5-6D210B3DEA6D}"/>
              </a:ext>
            </a:extLst>
          </p:cNvPr>
          <p:cNvSpPr/>
          <p:nvPr/>
        </p:nvSpPr>
        <p:spPr>
          <a:xfrm>
            <a:off x="7646444" y="3133344"/>
            <a:ext cx="397764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5" name="Text 14">
            <a:extLst>
              <a:ext uri="{FF2B5EF4-FFF2-40B4-BE49-F238E27FC236}">
                <a16:creationId xmlns:a16="http://schemas.microsoft.com/office/drawing/2014/main" id="{EF17CCEF-7B7D-A066-27D5-70FD382806BB}"/>
              </a:ext>
            </a:extLst>
          </p:cNvPr>
          <p:cNvSpPr/>
          <p:nvPr/>
        </p:nvSpPr>
        <p:spPr>
          <a:xfrm>
            <a:off x="7701308" y="3188208"/>
            <a:ext cx="386791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Accuracy-preserving low-bit KV cache.</a:t>
            </a:r>
            <a:endParaRPr lang="en-US" sz="1000" dirty="0">
              <a:latin typeface="Times New Roman" panose="02020603050405020304" pitchFamily="18" charset="0"/>
              <a:cs typeface="Times New Roman" panose="02020603050405020304" pitchFamily="18" charset="0"/>
            </a:endParaRPr>
          </a:p>
        </p:txBody>
      </p:sp>
      <p:sp>
        <p:nvSpPr>
          <p:cNvPr id="26" name="Shape 15">
            <a:extLst>
              <a:ext uri="{FF2B5EF4-FFF2-40B4-BE49-F238E27FC236}">
                <a16:creationId xmlns:a16="http://schemas.microsoft.com/office/drawing/2014/main" id="{ED8471E9-F8AD-C0B9-152E-52412BE91B3B}"/>
              </a:ext>
            </a:extLst>
          </p:cNvPr>
          <p:cNvSpPr/>
          <p:nvPr/>
        </p:nvSpPr>
        <p:spPr>
          <a:xfrm>
            <a:off x="559844" y="3709416"/>
            <a:ext cx="201168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7" name="Text 16">
            <a:extLst>
              <a:ext uri="{FF2B5EF4-FFF2-40B4-BE49-F238E27FC236}">
                <a16:creationId xmlns:a16="http://schemas.microsoft.com/office/drawing/2014/main" id="{4021E62E-C6B9-46FE-B00C-1A4590A0030C}"/>
              </a:ext>
            </a:extLst>
          </p:cNvPr>
          <p:cNvSpPr/>
          <p:nvPr/>
        </p:nvSpPr>
        <p:spPr>
          <a:xfrm>
            <a:off x="614708" y="3764280"/>
            <a:ext cx="190195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MiniKV / MiniCache</a:t>
            </a:r>
            <a:endParaRPr lang="en-US" sz="1000" dirty="0">
              <a:latin typeface="Times New Roman" panose="02020603050405020304" pitchFamily="18" charset="0"/>
              <a:cs typeface="Times New Roman" panose="02020603050405020304" pitchFamily="18" charset="0"/>
            </a:endParaRPr>
          </a:p>
        </p:txBody>
      </p:sp>
      <p:sp>
        <p:nvSpPr>
          <p:cNvPr id="28" name="Shape 17">
            <a:extLst>
              <a:ext uri="{FF2B5EF4-FFF2-40B4-BE49-F238E27FC236}">
                <a16:creationId xmlns:a16="http://schemas.microsoft.com/office/drawing/2014/main" id="{E10810CD-A601-E4F3-79BF-A10F59D35938}"/>
              </a:ext>
            </a:extLst>
          </p:cNvPr>
          <p:cNvSpPr/>
          <p:nvPr/>
        </p:nvSpPr>
        <p:spPr>
          <a:xfrm>
            <a:off x="2571524" y="3709416"/>
            <a:ext cx="507492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9" name="Text 18">
            <a:extLst>
              <a:ext uri="{FF2B5EF4-FFF2-40B4-BE49-F238E27FC236}">
                <a16:creationId xmlns:a16="http://schemas.microsoft.com/office/drawing/2014/main" id="{BED16520-DA83-78F9-1377-630C44EDB29F}"/>
              </a:ext>
            </a:extLst>
          </p:cNvPr>
          <p:cNvSpPr/>
          <p:nvPr/>
        </p:nvSpPr>
        <p:spPr>
          <a:xfrm>
            <a:off x="2626388" y="3764280"/>
            <a:ext cx="496519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Very low-bit or layer-aware cache compression.</a:t>
            </a:r>
            <a:endParaRPr lang="en-US" sz="1000" dirty="0">
              <a:latin typeface="Times New Roman" panose="02020603050405020304" pitchFamily="18" charset="0"/>
              <a:cs typeface="Times New Roman" panose="02020603050405020304" pitchFamily="18" charset="0"/>
            </a:endParaRPr>
          </a:p>
        </p:txBody>
      </p:sp>
      <p:sp>
        <p:nvSpPr>
          <p:cNvPr id="30" name="Shape 19">
            <a:extLst>
              <a:ext uri="{FF2B5EF4-FFF2-40B4-BE49-F238E27FC236}">
                <a16:creationId xmlns:a16="http://schemas.microsoft.com/office/drawing/2014/main" id="{7320DC59-A20D-7E94-CC0F-B28353BDAC1C}"/>
              </a:ext>
            </a:extLst>
          </p:cNvPr>
          <p:cNvSpPr/>
          <p:nvPr/>
        </p:nvSpPr>
        <p:spPr>
          <a:xfrm>
            <a:off x="7646444" y="3709416"/>
            <a:ext cx="397764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1" name="Text 20">
            <a:extLst>
              <a:ext uri="{FF2B5EF4-FFF2-40B4-BE49-F238E27FC236}">
                <a16:creationId xmlns:a16="http://schemas.microsoft.com/office/drawing/2014/main" id="{129CF3C0-BEB4-41D2-B3F2-ED89142A70D4}"/>
              </a:ext>
            </a:extLst>
          </p:cNvPr>
          <p:cNvSpPr/>
          <p:nvPr/>
        </p:nvSpPr>
        <p:spPr>
          <a:xfrm>
            <a:off x="7701308" y="3764280"/>
            <a:ext cx="386791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Pushes toward 2-bit or smaller regimes.</a:t>
            </a:r>
            <a:endParaRPr lang="en-US" sz="1000" dirty="0">
              <a:latin typeface="Times New Roman" panose="02020603050405020304" pitchFamily="18" charset="0"/>
              <a:cs typeface="Times New Roman" panose="02020603050405020304" pitchFamily="18" charset="0"/>
            </a:endParaRPr>
          </a:p>
        </p:txBody>
      </p:sp>
      <p:sp>
        <p:nvSpPr>
          <p:cNvPr id="32" name="Shape 21">
            <a:extLst>
              <a:ext uri="{FF2B5EF4-FFF2-40B4-BE49-F238E27FC236}">
                <a16:creationId xmlns:a16="http://schemas.microsoft.com/office/drawing/2014/main" id="{9F9DB1AA-2EF2-C3D0-B008-879ACE12E73D}"/>
              </a:ext>
            </a:extLst>
          </p:cNvPr>
          <p:cNvSpPr/>
          <p:nvPr/>
        </p:nvSpPr>
        <p:spPr>
          <a:xfrm>
            <a:off x="559844" y="4285488"/>
            <a:ext cx="201168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3" name="Text 22">
            <a:extLst>
              <a:ext uri="{FF2B5EF4-FFF2-40B4-BE49-F238E27FC236}">
                <a16:creationId xmlns:a16="http://schemas.microsoft.com/office/drawing/2014/main" id="{A8697049-173D-5772-4F0F-21380BE09DC4}"/>
              </a:ext>
            </a:extLst>
          </p:cNvPr>
          <p:cNvSpPr/>
          <p:nvPr/>
        </p:nvSpPr>
        <p:spPr>
          <a:xfrm>
            <a:off x="614708" y="4340352"/>
            <a:ext cx="190195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LeanKV</a:t>
            </a:r>
            <a:endParaRPr lang="en-US" sz="1000" dirty="0">
              <a:latin typeface="Times New Roman" panose="02020603050405020304" pitchFamily="18" charset="0"/>
              <a:cs typeface="Times New Roman" panose="02020603050405020304" pitchFamily="18" charset="0"/>
            </a:endParaRPr>
          </a:p>
        </p:txBody>
      </p:sp>
      <p:sp>
        <p:nvSpPr>
          <p:cNvPr id="34" name="Shape 23">
            <a:extLst>
              <a:ext uri="{FF2B5EF4-FFF2-40B4-BE49-F238E27FC236}">
                <a16:creationId xmlns:a16="http://schemas.microsoft.com/office/drawing/2014/main" id="{CEB99613-5573-1582-1FA2-F8CC33D9ADFF}"/>
              </a:ext>
            </a:extLst>
          </p:cNvPr>
          <p:cNvSpPr/>
          <p:nvPr/>
        </p:nvSpPr>
        <p:spPr>
          <a:xfrm>
            <a:off x="2571524" y="4285488"/>
            <a:ext cx="507492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5" name="Text 24">
            <a:extLst>
              <a:ext uri="{FF2B5EF4-FFF2-40B4-BE49-F238E27FC236}">
                <a16:creationId xmlns:a16="http://schemas.microsoft.com/office/drawing/2014/main" id="{23103D92-1A42-9E60-83BA-E3DABCF03FD0}"/>
              </a:ext>
            </a:extLst>
          </p:cNvPr>
          <p:cNvSpPr/>
          <p:nvPr/>
        </p:nvSpPr>
        <p:spPr>
          <a:xfrm>
            <a:off x="2626388" y="4340352"/>
            <a:ext cx="496519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Unified quantization + sparsity with per-head budgets.</a:t>
            </a:r>
            <a:endParaRPr lang="en-US" sz="1000" dirty="0">
              <a:latin typeface="Times New Roman" panose="02020603050405020304" pitchFamily="18" charset="0"/>
              <a:cs typeface="Times New Roman" panose="02020603050405020304" pitchFamily="18" charset="0"/>
            </a:endParaRPr>
          </a:p>
        </p:txBody>
      </p:sp>
      <p:sp>
        <p:nvSpPr>
          <p:cNvPr id="36" name="Shape 25">
            <a:extLst>
              <a:ext uri="{FF2B5EF4-FFF2-40B4-BE49-F238E27FC236}">
                <a16:creationId xmlns:a16="http://schemas.microsoft.com/office/drawing/2014/main" id="{EA63915A-8E5C-2F77-EC3E-31BCE4F43910}"/>
              </a:ext>
            </a:extLst>
          </p:cNvPr>
          <p:cNvSpPr/>
          <p:nvPr/>
        </p:nvSpPr>
        <p:spPr>
          <a:xfrm>
            <a:off x="7646444" y="4285488"/>
            <a:ext cx="397764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7" name="Text 26">
            <a:extLst>
              <a:ext uri="{FF2B5EF4-FFF2-40B4-BE49-F238E27FC236}">
                <a16:creationId xmlns:a16="http://schemas.microsoft.com/office/drawing/2014/main" id="{8DD9DD46-21B8-B792-5458-820692497C97}"/>
              </a:ext>
            </a:extLst>
          </p:cNvPr>
          <p:cNvSpPr/>
          <p:nvPr/>
        </p:nvSpPr>
        <p:spPr>
          <a:xfrm>
            <a:off x="7701308" y="4340352"/>
            <a:ext cx="386791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Combines quantization and pruning in a serving framework.</a:t>
            </a:r>
            <a:endParaRPr lang="en-US" sz="1000" dirty="0">
              <a:latin typeface="Times New Roman" panose="02020603050405020304" pitchFamily="18" charset="0"/>
              <a:cs typeface="Times New Roman" panose="02020603050405020304" pitchFamily="18" charset="0"/>
            </a:endParaRPr>
          </a:p>
        </p:txBody>
      </p:sp>
      <p:sp>
        <p:nvSpPr>
          <p:cNvPr id="38" name="Shape 27">
            <a:extLst>
              <a:ext uri="{FF2B5EF4-FFF2-40B4-BE49-F238E27FC236}">
                <a16:creationId xmlns:a16="http://schemas.microsoft.com/office/drawing/2014/main" id="{A13366BB-49BE-7415-AE6C-C87BDF18FC17}"/>
              </a:ext>
            </a:extLst>
          </p:cNvPr>
          <p:cNvSpPr/>
          <p:nvPr/>
        </p:nvSpPr>
        <p:spPr>
          <a:xfrm>
            <a:off x="559844" y="4861560"/>
            <a:ext cx="201168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9" name="Text 28">
            <a:extLst>
              <a:ext uri="{FF2B5EF4-FFF2-40B4-BE49-F238E27FC236}">
                <a16:creationId xmlns:a16="http://schemas.microsoft.com/office/drawing/2014/main" id="{C46E1211-F702-4F4B-D95F-47640D61CB5A}"/>
              </a:ext>
            </a:extLst>
          </p:cNvPr>
          <p:cNvSpPr/>
          <p:nvPr/>
        </p:nvSpPr>
        <p:spPr>
          <a:xfrm>
            <a:off x="614708" y="4916424"/>
            <a:ext cx="190195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CacheGen</a:t>
            </a:r>
            <a:endParaRPr lang="en-US" sz="1000" dirty="0">
              <a:latin typeface="Times New Roman" panose="02020603050405020304" pitchFamily="18" charset="0"/>
              <a:cs typeface="Times New Roman" panose="02020603050405020304" pitchFamily="18" charset="0"/>
            </a:endParaRPr>
          </a:p>
        </p:txBody>
      </p:sp>
      <p:sp>
        <p:nvSpPr>
          <p:cNvPr id="40" name="Shape 29">
            <a:extLst>
              <a:ext uri="{FF2B5EF4-FFF2-40B4-BE49-F238E27FC236}">
                <a16:creationId xmlns:a16="http://schemas.microsoft.com/office/drawing/2014/main" id="{50C317EC-ADB8-99C7-D20D-C04A7DB39BF2}"/>
              </a:ext>
            </a:extLst>
          </p:cNvPr>
          <p:cNvSpPr/>
          <p:nvPr/>
        </p:nvSpPr>
        <p:spPr>
          <a:xfrm>
            <a:off x="2571524" y="4861560"/>
            <a:ext cx="507492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1" name="Text 30">
            <a:extLst>
              <a:ext uri="{FF2B5EF4-FFF2-40B4-BE49-F238E27FC236}">
                <a16:creationId xmlns:a16="http://schemas.microsoft.com/office/drawing/2014/main" id="{6AC57E13-493B-3065-A554-62C6A32FED78}"/>
              </a:ext>
            </a:extLst>
          </p:cNvPr>
          <p:cNvSpPr/>
          <p:nvPr/>
        </p:nvSpPr>
        <p:spPr>
          <a:xfrm>
            <a:off x="2626388" y="4916424"/>
            <a:ext cx="496519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Encode KV tensors into compact bitstreams for transfer/reuse.</a:t>
            </a:r>
            <a:endParaRPr lang="en-US" sz="1000" dirty="0">
              <a:latin typeface="Times New Roman" panose="02020603050405020304" pitchFamily="18" charset="0"/>
              <a:cs typeface="Times New Roman" panose="02020603050405020304" pitchFamily="18" charset="0"/>
            </a:endParaRPr>
          </a:p>
        </p:txBody>
      </p:sp>
      <p:sp>
        <p:nvSpPr>
          <p:cNvPr id="42" name="Shape 31">
            <a:extLst>
              <a:ext uri="{FF2B5EF4-FFF2-40B4-BE49-F238E27FC236}">
                <a16:creationId xmlns:a16="http://schemas.microsoft.com/office/drawing/2014/main" id="{1BAF7130-15DC-92DF-6F4A-8F981C81100A}"/>
              </a:ext>
            </a:extLst>
          </p:cNvPr>
          <p:cNvSpPr/>
          <p:nvPr/>
        </p:nvSpPr>
        <p:spPr>
          <a:xfrm>
            <a:off x="7646444" y="4861560"/>
            <a:ext cx="397764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3" name="Text 32">
            <a:extLst>
              <a:ext uri="{FF2B5EF4-FFF2-40B4-BE49-F238E27FC236}">
                <a16:creationId xmlns:a16="http://schemas.microsoft.com/office/drawing/2014/main" id="{F2B3CF2F-3F5D-541D-C64F-90B1FDEB6A31}"/>
              </a:ext>
            </a:extLst>
          </p:cNvPr>
          <p:cNvSpPr/>
          <p:nvPr/>
        </p:nvSpPr>
        <p:spPr>
          <a:xfrm>
            <a:off x="7701308" y="4916424"/>
            <a:ext cx="386791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Useful when cached context must be fetched over network/storage.</a:t>
            </a:r>
            <a:endParaRPr lang="en-US" sz="1000" dirty="0">
              <a:latin typeface="Times New Roman" panose="02020603050405020304" pitchFamily="18" charset="0"/>
              <a:cs typeface="Times New Roman" panose="02020603050405020304" pitchFamily="18" charset="0"/>
            </a:endParaRPr>
          </a:p>
        </p:txBody>
      </p:sp>
      <p:sp>
        <p:nvSpPr>
          <p:cNvPr id="44" name="Shape 33">
            <a:extLst>
              <a:ext uri="{FF2B5EF4-FFF2-40B4-BE49-F238E27FC236}">
                <a16:creationId xmlns:a16="http://schemas.microsoft.com/office/drawing/2014/main" id="{C04911EA-4D22-82D8-DE60-61421FB7BC8F}"/>
              </a:ext>
            </a:extLst>
          </p:cNvPr>
          <p:cNvSpPr/>
          <p:nvPr/>
        </p:nvSpPr>
        <p:spPr>
          <a:xfrm>
            <a:off x="559844" y="5437632"/>
            <a:ext cx="201168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5" name="Text 34">
            <a:extLst>
              <a:ext uri="{FF2B5EF4-FFF2-40B4-BE49-F238E27FC236}">
                <a16:creationId xmlns:a16="http://schemas.microsoft.com/office/drawing/2014/main" id="{8F1D19AA-034F-717D-F730-22ACDE77B4D0}"/>
              </a:ext>
            </a:extLst>
          </p:cNvPr>
          <p:cNvSpPr/>
          <p:nvPr/>
        </p:nvSpPr>
        <p:spPr>
          <a:xfrm>
            <a:off x="614708" y="5492496"/>
            <a:ext cx="190195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TurboQuant</a:t>
            </a:r>
            <a:endParaRPr lang="en-US" sz="1000" dirty="0">
              <a:latin typeface="Times New Roman" panose="02020603050405020304" pitchFamily="18" charset="0"/>
              <a:cs typeface="Times New Roman" panose="02020603050405020304" pitchFamily="18" charset="0"/>
            </a:endParaRPr>
          </a:p>
        </p:txBody>
      </p:sp>
      <p:sp>
        <p:nvSpPr>
          <p:cNvPr id="46" name="Shape 35">
            <a:extLst>
              <a:ext uri="{FF2B5EF4-FFF2-40B4-BE49-F238E27FC236}">
                <a16:creationId xmlns:a16="http://schemas.microsoft.com/office/drawing/2014/main" id="{CB1CB0BF-866A-2AE0-7334-BEBF58040F3C}"/>
              </a:ext>
            </a:extLst>
          </p:cNvPr>
          <p:cNvSpPr/>
          <p:nvPr/>
        </p:nvSpPr>
        <p:spPr>
          <a:xfrm>
            <a:off x="2571524" y="5437632"/>
            <a:ext cx="507492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7" name="Text 36">
            <a:extLst>
              <a:ext uri="{FF2B5EF4-FFF2-40B4-BE49-F238E27FC236}">
                <a16:creationId xmlns:a16="http://schemas.microsoft.com/office/drawing/2014/main" id="{CBCB5EC7-6B28-0CEF-6D9D-D8C4F7BF575A}"/>
              </a:ext>
            </a:extLst>
          </p:cNvPr>
          <p:cNvSpPr/>
          <p:nvPr/>
        </p:nvSpPr>
        <p:spPr>
          <a:xfrm>
            <a:off x="2626388" y="5492496"/>
            <a:ext cx="496519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Training-free polar transform + QJL residual correction.</a:t>
            </a:r>
            <a:endParaRPr lang="en-US" sz="1000" dirty="0">
              <a:latin typeface="Times New Roman" panose="02020603050405020304" pitchFamily="18" charset="0"/>
              <a:cs typeface="Times New Roman" panose="02020603050405020304" pitchFamily="18" charset="0"/>
            </a:endParaRPr>
          </a:p>
        </p:txBody>
      </p:sp>
      <p:sp>
        <p:nvSpPr>
          <p:cNvPr id="48" name="Shape 37">
            <a:extLst>
              <a:ext uri="{FF2B5EF4-FFF2-40B4-BE49-F238E27FC236}">
                <a16:creationId xmlns:a16="http://schemas.microsoft.com/office/drawing/2014/main" id="{E589F49A-A1FD-23D6-4955-1CF2F5CBAB19}"/>
              </a:ext>
            </a:extLst>
          </p:cNvPr>
          <p:cNvSpPr/>
          <p:nvPr/>
        </p:nvSpPr>
        <p:spPr>
          <a:xfrm>
            <a:off x="7646444" y="5437632"/>
            <a:ext cx="3977640" cy="57607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9" name="Text 38">
            <a:extLst>
              <a:ext uri="{FF2B5EF4-FFF2-40B4-BE49-F238E27FC236}">
                <a16:creationId xmlns:a16="http://schemas.microsoft.com/office/drawing/2014/main" id="{5A6223DF-A940-8DFF-B389-32ED3BEB6378}"/>
              </a:ext>
            </a:extLst>
          </p:cNvPr>
          <p:cNvSpPr/>
          <p:nvPr/>
        </p:nvSpPr>
        <p:spPr>
          <a:xfrm>
            <a:off x="7701308" y="5492496"/>
            <a:ext cx="386791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Recent low-bit KV compression direction.</a:t>
            </a:r>
            <a:endParaRPr lang="en-US" sz="1000" dirty="0">
              <a:latin typeface="Times New Roman" panose="02020603050405020304" pitchFamily="18" charset="0"/>
              <a:cs typeface="Times New Roman" panose="02020603050405020304" pitchFamily="18" charset="0"/>
            </a:endParaRPr>
          </a:p>
        </p:txBody>
      </p:sp>
      <p:sp>
        <p:nvSpPr>
          <p:cNvPr id="50" name="Shape 39">
            <a:extLst>
              <a:ext uri="{FF2B5EF4-FFF2-40B4-BE49-F238E27FC236}">
                <a16:creationId xmlns:a16="http://schemas.microsoft.com/office/drawing/2014/main" id="{3C8D7418-45A0-877B-EB8F-51D9C981B41F}"/>
              </a:ext>
            </a:extLst>
          </p:cNvPr>
          <p:cNvSpPr/>
          <p:nvPr/>
        </p:nvSpPr>
        <p:spPr>
          <a:xfrm>
            <a:off x="559844" y="6013704"/>
            <a:ext cx="201168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1" name="Text 40">
            <a:extLst>
              <a:ext uri="{FF2B5EF4-FFF2-40B4-BE49-F238E27FC236}">
                <a16:creationId xmlns:a16="http://schemas.microsoft.com/office/drawing/2014/main" id="{85B5B28A-B1EB-B839-0E6F-72BDC290092F}"/>
              </a:ext>
            </a:extLst>
          </p:cNvPr>
          <p:cNvSpPr/>
          <p:nvPr/>
        </p:nvSpPr>
        <p:spPr>
          <a:xfrm>
            <a:off x="614708" y="6068568"/>
            <a:ext cx="190195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KVTC</a:t>
            </a:r>
            <a:endParaRPr lang="en-US" sz="1000" dirty="0">
              <a:latin typeface="Times New Roman" panose="02020603050405020304" pitchFamily="18" charset="0"/>
              <a:cs typeface="Times New Roman" panose="02020603050405020304" pitchFamily="18" charset="0"/>
            </a:endParaRPr>
          </a:p>
        </p:txBody>
      </p:sp>
      <p:sp>
        <p:nvSpPr>
          <p:cNvPr id="52" name="Shape 41">
            <a:extLst>
              <a:ext uri="{FF2B5EF4-FFF2-40B4-BE49-F238E27FC236}">
                <a16:creationId xmlns:a16="http://schemas.microsoft.com/office/drawing/2014/main" id="{F3437BAE-FC07-89C4-0E72-06C412A66848}"/>
              </a:ext>
            </a:extLst>
          </p:cNvPr>
          <p:cNvSpPr/>
          <p:nvPr/>
        </p:nvSpPr>
        <p:spPr>
          <a:xfrm>
            <a:off x="2571524" y="6013704"/>
            <a:ext cx="507492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3" name="Text 42">
            <a:extLst>
              <a:ext uri="{FF2B5EF4-FFF2-40B4-BE49-F238E27FC236}">
                <a16:creationId xmlns:a16="http://schemas.microsoft.com/office/drawing/2014/main" id="{6F2F8284-CF70-D432-0BCB-603290498AF0}"/>
              </a:ext>
            </a:extLst>
          </p:cNvPr>
          <p:cNvSpPr/>
          <p:nvPr/>
        </p:nvSpPr>
        <p:spPr>
          <a:xfrm>
            <a:off x="2626388" y="6068568"/>
            <a:ext cx="496519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PCA/decorrelation + adaptive quantization + entropy coding.</a:t>
            </a:r>
            <a:endParaRPr lang="en-US" sz="1000" dirty="0">
              <a:latin typeface="Times New Roman" panose="02020603050405020304" pitchFamily="18" charset="0"/>
              <a:cs typeface="Times New Roman" panose="02020603050405020304" pitchFamily="18" charset="0"/>
            </a:endParaRPr>
          </a:p>
        </p:txBody>
      </p:sp>
      <p:sp>
        <p:nvSpPr>
          <p:cNvPr id="54" name="Shape 43">
            <a:extLst>
              <a:ext uri="{FF2B5EF4-FFF2-40B4-BE49-F238E27FC236}">
                <a16:creationId xmlns:a16="http://schemas.microsoft.com/office/drawing/2014/main" id="{569C7C92-0CAE-5127-1C4C-F6E59C79FD21}"/>
              </a:ext>
            </a:extLst>
          </p:cNvPr>
          <p:cNvSpPr/>
          <p:nvPr/>
        </p:nvSpPr>
        <p:spPr>
          <a:xfrm>
            <a:off x="7646444" y="6013704"/>
            <a:ext cx="3977640" cy="57607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5" name="Text 44">
            <a:extLst>
              <a:ext uri="{FF2B5EF4-FFF2-40B4-BE49-F238E27FC236}">
                <a16:creationId xmlns:a16="http://schemas.microsoft.com/office/drawing/2014/main" id="{02CBC8F4-5BDD-F0BA-44BF-6E4FD6445997}"/>
              </a:ext>
            </a:extLst>
          </p:cNvPr>
          <p:cNvSpPr/>
          <p:nvPr/>
        </p:nvSpPr>
        <p:spPr>
          <a:xfrm>
            <a:off x="7701308" y="6068568"/>
            <a:ext cx="3867912" cy="466344"/>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Treats reusable KV cache like a compressible signal.</a:t>
            </a:r>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717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61E85-CEAF-0B57-F028-ACD55EA38787}"/>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53372D4C-384B-E1ED-8A2C-4938291EC3A4}"/>
              </a:ext>
            </a:extLst>
          </p:cNvPr>
          <p:cNvSpPr txBox="1">
            <a:spLocks/>
          </p:cNvSpPr>
          <p:nvPr/>
        </p:nvSpPr>
        <p:spPr>
          <a:xfrm>
            <a:off x="1133528" y="502639"/>
            <a:ext cx="3939215"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2 - KV Cache Quantization</a:t>
            </a:r>
          </a:p>
        </p:txBody>
      </p:sp>
      <p:sp>
        <p:nvSpPr>
          <p:cNvPr id="56" name="Text 1">
            <a:extLst>
              <a:ext uri="{FF2B5EF4-FFF2-40B4-BE49-F238E27FC236}">
                <a16:creationId xmlns:a16="http://schemas.microsoft.com/office/drawing/2014/main" id="{2AA27946-8E3C-C0B6-9BEB-0773EB7D87E9}"/>
              </a:ext>
            </a:extLst>
          </p:cNvPr>
          <p:cNvSpPr/>
          <p:nvPr/>
        </p:nvSpPr>
        <p:spPr>
          <a:xfrm>
            <a:off x="746760" y="1277429"/>
            <a:ext cx="10698480" cy="320040"/>
          </a:xfrm>
          <a:prstGeom prst="rect">
            <a:avLst/>
          </a:prstGeom>
          <a:noFill/>
          <a:ln/>
        </p:spPr>
        <p:txBody>
          <a:bodyPr wrap="square" lIns="0" tIns="0" rIns="0" bIns="0" rtlCol="0" anchor="ctr"/>
          <a:lstStyle/>
          <a:p>
            <a:r>
              <a:rPr lang="en-US" dirty="0">
                <a:latin typeface="HSE Sans" panose="02000000000000000000" pitchFamily="2" charset="0"/>
              </a:rPr>
              <a:t>KIVI is a representative plug-and-play quantization method.</a:t>
            </a:r>
          </a:p>
        </p:txBody>
      </p:sp>
      <p:sp>
        <p:nvSpPr>
          <p:cNvPr id="57" name="Shape 3">
            <a:extLst>
              <a:ext uri="{FF2B5EF4-FFF2-40B4-BE49-F238E27FC236}">
                <a16:creationId xmlns:a16="http://schemas.microsoft.com/office/drawing/2014/main" id="{3B749E68-B966-C9C6-9345-AAC30774C90D}"/>
              </a:ext>
            </a:extLst>
          </p:cNvPr>
          <p:cNvSpPr/>
          <p:nvPr/>
        </p:nvSpPr>
        <p:spPr>
          <a:xfrm>
            <a:off x="883920" y="1956335"/>
            <a:ext cx="2926080" cy="960120"/>
          </a:xfrm>
          <a:prstGeom prst="roundRect">
            <a:avLst>
              <a:gd name="adj" fmla="val 7619"/>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58" name="Text 4">
            <a:extLst>
              <a:ext uri="{FF2B5EF4-FFF2-40B4-BE49-F238E27FC236}">
                <a16:creationId xmlns:a16="http://schemas.microsoft.com/office/drawing/2014/main" id="{BA35FAA1-B661-AF42-07A2-6782CAE6A27E}"/>
              </a:ext>
            </a:extLst>
          </p:cNvPr>
          <p:cNvSpPr/>
          <p:nvPr/>
        </p:nvSpPr>
        <p:spPr>
          <a:xfrm>
            <a:off x="957072" y="2029487"/>
            <a:ext cx="2779776" cy="813816"/>
          </a:xfrm>
          <a:prstGeom prst="rect">
            <a:avLst/>
          </a:prstGeom>
          <a:noFill/>
          <a:ln/>
        </p:spPr>
        <p:txBody>
          <a:bodyPr wrap="square" lIns="0" tIns="0" rIns="0" bIns="0" rtlCol="0" anchor="ctr">
            <a:normAutofit/>
          </a:bodyPr>
          <a:lstStyle/>
          <a:p>
            <a:pPr marL="0" indent="0" algn="ctr">
              <a:buNone/>
            </a:pPr>
            <a:r>
              <a:rPr lang="en-US" sz="1400" b="1" dirty="0">
                <a:solidFill>
                  <a:srgbClr val="0F172A"/>
                </a:solidFill>
                <a:latin typeface="Times New Roman" panose="02020603050405020304" pitchFamily="18" charset="0"/>
                <a:cs typeface="Times New Roman" panose="02020603050405020304" pitchFamily="18" charset="0"/>
              </a:rPr>
              <a:t>Key cache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0F172A"/>
                </a:solidFill>
                <a:latin typeface="Times New Roman" panose="02020603050405020304" pitchFamily="18" charset="0"/>
                <a:cs typeface="Times New Roman" panose="02020603050405020304" pitchFamily="18" charset="0"/>
              </a:rPr>
              <a:t>quantize per-channel</a:t>
            </a:r>
            <a:endParaRPr lang="en-US" sz="1400" dirty="0">
              <a:latin typeface="Times New Roman" panose="02020603050405020304" pitchFamily="18" charset="0"/>
              <a:cs typeface="Times New Roman" panose="02020603050405020304" pitchFamily="18" charset="0"/>
            </a:endParaRPr>
          </a:p>
        </p:txBody>
      </p:sp>
      <p:sp>
        <p:nvSpPr>
          <p:cNvPr id="59" name="Shape 5">
            <a:extLst>
              <a:ext uri="{FF2B5EF4-FFF2-40B4-BE49-F238E27FC236}">
                <a16:creationId xmlns:a16="http://schemas.microsoft.com/office/drawing/2014/main" id="{5F7234BA-5F01-44B8-E09F-75D973B1FEEA}"/>
              </a:ext>
            </a:extLst>
          </p:cNvPr>
          <p:cNvSpPr/>
          <p:nvPr/>
        </p:nvSpPr>
        <p:spPr>
          <a:xfrm>
            <a:off x="4587240" y="1956335"/>
            <a:ext cx="2926080" cy="960120"/>
          </a:xfrm>
          <a:prstGeom prst="roundRect">
            <a:avLst>
              <a:gd name="adj" fmla="val 7619"/>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60" name="Text 6">
            <a:extLst>
              <a:ext uri="{FF2B5EF4-FFF2-40B4-BE49-F238E27FC236}">
                <a16:creationId xmlns:a16="http://schemas.microsoft.com/office/drawing/2014/main" id="{3DAD94F8-C500-3E3E-0006-1F729BB474DC}"/>
              </a:ext>
            </a:extLst>
          </p:cNvPr>
          <p:cNvSpPr/>
          <p:nvPr/>
        </p:nvSpPr>
        <p:spPr>
          <a:xfrm>
            <a:off x="4660392" y="2029487"/>
            <a:ext cx="2779776" cy="813816"/>
          </a:xfrm>
          <a:prstGeom prst="rect">
            <a:avLst/>
          </a:prstGeom>
          <a:noFill/>
          <a:ln/>
        </p:spPr>
        <p:txBody>
          <a:bodyPr wrap="square" lIns="0" tIns="0" rIns="0" bIns="0" rtlCol="0" anchor="ctr">
            <a:normAutofit/>
          </a:bodyPr>
          <a:lstStyle/>
          <a:p>
            <a:pPr marL="0" indent="0" algn="ctr">
              <a:buNone/>
            </a:pPr>
            <a:r>
              <a:rPr lang="en-US" sz="1400" b="1" dirty="0">
                <a:solidFill>
                  <a:srgbClr val="0F172A"/>
                </a:solidFill>
                <a:latin typeface="Times New Roman" panose="02020603050405020304" pitchFamily="18" charset="0"/>
                <a:cs typeface="Times New Roman" panose="02020603050405020304" pitchFamily="18" charset="0"/>
              </a:rPr>
              <a:t>Value cache</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0F172A"/>
                </a:solidFill>
                <a:latin typeface="Times New Roman" panose="02020603050405020304" pitchFamily="18" charset="0"/>
                <a:cs typeface="Times New Roman" panose="02020603050405020304" pitchFamily="18" charset="0"/>
              </a:rPr>
              <a:t>quantize per-token</a:t>
            </a:r>
            <a:endParaRPr lang="en-US" sz="1400" dirty="0">
              <a:latin typeface="Times New Roman" panose="02020603050405020304" pitchFamily="18" charset="0"/>
              <a:cs typeface="Times New Roman" panose="02020603050405020304" pitchFamily="18" charset="0"/>
            </a:endParaRPr>
          </a:p>
        </p:txBody>
      </p:sp>
      <p:sp>
        <p:nvSpPr>
          <p:cNvPr id="61" name="Shape 7">
            <a:extLst>
              <a:ext uri="{FF2B5EF4-FFF2-40B4-BE49-F238E27FC236}">
                <a16:creationId xmlns:a16="http://schemas.microsoft.com/office/drawing/2014/main" id="{935C48C2-FA25-3992-63DB-9D9EEDA4A534}"/>
              </a:ext>
            </a:extLst>
          </p:cNvPr>
          <p:cNvSpPr/>
          <p:nvPr/>
        </p:nvSpPr>
        <p:spPr>
          <a:xfrm>
            <a:off x="8290560" y="1956335"/>
            <a:ext cx="2926080" cy="960120"/>
          </a:xfrm>
          <a:prstGeom prst="roundRect">
            <a:avLst>
              <a:gd name="adj" fmla="val 7619"/>
            </a:avLst>
          </a:prstGeom>
          <a:solidFill>
            <a:srgbClr val="DBEAFE"/>
          </a:solidFill>
          <a:ln w="12700">
            <a:solidFill>
              <a:srgbClr val="1D4ED8"/>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62" name="Text 8">
            <a:extLst>
              <a:ext uri="{FF2B5EF4-FFF2-40B4-BE49-F238E27FC236}">
                <a16:creationId xmlns:a16="http://schemas.microsoft.com/office/drawing/2014/main" id="{DCD25C72-09D5-FAB9-2485-24E3A99AAA1E}"/>
              </a:ext>
            </a:extLst>
          </p:cNvPr>
          <p:cNvSpPr/>
          <p:nvPr/>
        </p:nvSpPr>
        <p:spPr>
          <a:xfrm>
            <a:off x="8363712" y="2029487"/>
            <a:ext cx="2779776" cy="813816"/>
          </a:xfrm>
          <a:prstGeom prst="rect">
            <a:avLst/>
          </a:prstGeom>
          <a:noFill/>
          <a:ln/>
        </p:spPr>
        <p:txBody>
          <a:bodyPr wrap="square" lIns="0" tIns="0" rIns="0" bIns="0" rtlCol="0" anchor="ctr">
            <a:normAutofit/>
          </a:bodyPr>
          <a:lstStyle/>
          <a:p>
            <a:pPr marL="0" indent="0" algn="ctr">
              <a:buNone/>
            </a:pPr>
            <a:r>
              <a:rPr lang="en-US" sz="1400" b="1" dirty="0">
                <a:solidFill>
                  <a:srgbClr val="0F172A"/>
                </a:solidFill>
                <a:latin typeface="Times New Roman" panose="02020603050405020304" pitchFamily="18" charset="0"/>
                <a:cs typeface="Times New Roman" panose="02020603050405020304" pitchFamily="18" charset="0"/>
              </a:rPr>
              <a:t>Motivation</a:t>
            </a:r>
            <a:endParaRPr lang="en-US" sz="1400" dirty="0">
              <a:latin typeface="Times New Roman" panose="02020603050405020304" pitchFamily="18" charset="0"/>
              <a:cs typeface="Times New Roman" panose="02020603050405020304" pitchFamily="18" charset="0"/>
            </a:endParaRPr>
          </a:p>
          <a:p>
            <a:pPr marL="0" indent="0" algn="ctr">
              <a:buNone/>
            </a:pPr>
            <a:r>
              <a:rPr lang="en-US" sz="1400" b="1" dirty="0">
                <a:solidFill>
                  <a:srgbClr val="0F172A"/>
                </a:solidFill>
                <a:latin typeface="Times New Roman" panose="02020603050405020304" pitchFamily="18" charset="0"/>
                <a:cs typeface="Times New Roman" panose="02020603050405020304" pitchFamily="18" charset="0"/>
              </a:rPr>
              <a:t>K and V have different distributions</a:t>
            </a:r>
            <a:endParaRPr lang="en-US" sz="1400" dirty="0">
              <a:latin typeface="Times New Roman" panose="02020603050405020304" pitchFamily="18" charset="0"/>
              <a:cs typeface="Times New Roman" panose="02020603050405020304" pitchFamily="18" charset="0"/>
            </a:endParaRPr>
          </a:p>
        </p:txBody>
      </p:sp>
      <p:sp>
        <p:nvSpPr>
          <p:cNvPr id="63" name="Text 9">
            <a:extLst>
              <a:ext uri="{FF2B5EF4-FFF2-40B4-BE49-F238E27FC236}">
                <a16:creationId xmlns:a16="http://schemas.microsoft.com/office/drawing/2014/main" id="{AD58CE55-B3D7-3C91-A918-DFE011E9A412}"/>
              </a:ext>
            </a:extLst>
          </p:cNvPr>
          <p:cNvSpPr/>
          <p:nvPr/>
        </p:nvSpPr>
        <p:spPr>
          <a:xfrm>
            <a:off x="975360" y="3212432"/>
            <a:ext cx="10241280" cy="1600200"/>
          </a:xfrm>
          <a:prstGeom prst="rect">
            <a:avLst/>
          </a:prstGeom>
          <a:noFill/>
          <a:ln/>
        </p:spPr>
        <p:txBody>
          <a:bodyPr wrap="square" lIns="635" tIns="635" rIns="635" bIns="635" rtlCol="0" anchor="ctr">
            <a:normAutofit/>
          </a:bodyPr>
          <a:lstStyle/>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Observation: key cache often has outliers along channels, so per-channel grouping is better.</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Observation: value cache is better handled with per-token grouping.</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Method: 2-bit asymmetric quantization without fine-tuning.</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Practical value: lower memory footprint can allow larger batch size and higher throughput.</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729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86386-D837-5451-60D6-2D9AC2FF9EFD}"/>
            </a:ext>
          </a:extLst>
        </p:cNvPr>
        <p:cNvGrpSpPr/>
        <p:nvPr/>
      </p:nvGrpSpPr>
      <p:grpSpPr>
        <a:xfrm>
          <a:off x="0" y="0"/>
          <a:ext cx="0" cy="0"/>
          <a:chOff x="0" y="0"/>
          <a:chExt cx="0" cy="0"/>
        </a:xfrm>
      </p:grpSpPr>
      <p:sp>
        <p:nvSpPr>
          <p:cNvPr id="5" name="Текст 4">
            <a:extLst>
              <a:ext uri="{FF2B5EF4-FFF2-40B4-BE49-F238E27FC236}">
                <a16:creationId xmlns:a16="http://schemas.microsoft.com/office/drawing/2014/main" id="{9E8F150C-E63E-FD3F-6CBA-2ADBECE957EC}"/>
              </a:ext>
            </a:extLst>
          </p:cNvPr>
          <p:cNvSpPr txBox="1">
            <a:spLocks/>
          </p:cNvSpPr>
          <p:nvPr/>
        </p:nvSpPr>
        <p:spPr>
          <a:xfrm>
            <a:off x="1133528" y="502639"/>
            <a:ext cx="217454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3 - KV Cache Reuse</a:t>
            </a:r>
          </a:p>
        </p:txBody>
      </p:sp>
      <p:sp>
        <p:nvSpPr>
          <p:cNvPr id="2" name="Shape 3">
            <a:extLst>
              <a:ext uri="{FF2B5EF4-FFF2-40B4-BE49-F238E27FC236}">
                <a16:creationId xmlns:a16="http://schemas.microsoft.com/office/drawing/2014/main" id="{D069D1B3-065A-0CEB-226E-687CD748B52F}"/>
              </a:ext>
            </a:extLst>
          </p:cNvPr>
          <p:cNvSpPr/>
          <p:nvPr/>
        </p:nvSpPr>
        <p:spPr>
          <a:xfrm>
            <a:off x="830179" y="1280160"/>
            <a:ext cx="10698480" cy="822960"/>
          </a:xfrm>
          <a:prstGeom prst="roundRect">
            <a:avLst>
              <a:gd name="adj" fmla="val 8889"/>
            </a:avLst>
          </a:prstGeom>
          <a:solidFill>
            <a:srgbClr val="FEF3C7"/>
          </a:solidFill>
          <a:ln w="1397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3" name="Text 4">
            <a:extLst>
              <a:ext uri="{FF2B5EF4-FFF2-40B4-BE49-F238E27FC236}">
                <a16:creationId xmlns:a16="http://schemas.microsoft.com/office/drawing/2014/main" id="{C7D6D576-41DC-8B6F-CBBC-357D7531C3B1}"/>
              </a:ext>
            </a:extLst>
          </p:cNvPr>
          <p:cNvSpPr/>
          <p:nvPr/>
        </p:nvSpPr>
        <p:spPr>
          <a:xfrm>
            <a:off x="976483" y="1389888"/>
            <a:ext cx="10405872" cy="603504"/>
          </a:xfrm>
          <a:prstGeom prst="rect">
            <a:avLst/>
          </a:prstGeom>
          <a:noFill/>
          <a:ln/>
        </p:spPr>
        <p:txBody>
          <a:bodyPr wrap="square" lIns="254" tIns="254" rIns="254" bIns="254" rtlCol="0" anchor="ctr">
            <a:normAutofit/>
          </a:bodyPr>
          <a:lstStyle/>
          <a:p>
            <a:pPr marL="0" indent="0">
              <a:buNone/>
            </a:pPr>
            <a:r>
              <a:rPr lang="en-US" sz="1600" b="1" dirty="0">
                <a:solidFill>
                  <a:srgbClr val="334155"/>
                </a:solidFill>
                <a:latin typeface="Times New Roman" panose="02020603050405020304" pitchFamily="18" charset="0"/>
                <a:cs typeface="Times New Roman" panose="02020603050405020304" pitchFamily="18" charset="0"/>
              </a:rPr>
              <a:t>Basic KV cache = reuse K/V within one request.</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solidFill>
                  <a:srgbClr val="334155"/>
                </a:solidFill>
                <a:latin typeface="Times New Roman" panose="02020603050405020304" pitchFamily="18" charset="0"/>
                <a:cs typeface="Times New Roman" panose="02020603050405020304" pitchFamily="18" charset="0"/>
              </a:rPr>
              <a:t>KV cache reuse methods = reuse precomputed K/V across turns, prompts, requests, engines, or even adapters.</a:t>
            </a:r>
            <a:endParaRPr lang="en-US" sz="1600" dirty="0">
              <a:latin typeface="Times New Roman" panose="02020603050405020304" pitchFamily="18" charset="0"/>
              <a:cs typeface="Times New Roman" panose="02020603050405020304" pitchFamily="18" charset="0"/>
            </a:endParaRPr>
          </a:p>
        </p:txBody>
      </p:sp>
      <p:sp>
        <p:nvSpPr>
          <p:cNvPr id="4" name="Shape 5">
            <a:extLst>
              <a:ext uri="{FF2B5EF4-FFF2-40B4-BE49-F238E27FC236}">
                <a16:creationId xmlns:a16="http://schemas.microsoft.com/office/drawing/2014/main" id="{38DF3C8B-DF6F-CF09-C5CD-BFB64CCA1467}"/>
              </a:ext>
            </a:extLst>
          </p:cNvPr>
          <p:cNvSpPr/>
          <p:nvPr/>
        </p:nvSpPr>
        <p:spPr>
          <a:xfrm>
            <a:off x="875899" y="2651760"/>
            <a:ext cx="2103120" cy="502920"/>
          </a:xfrm>
          <a:prstGeom prst="roundRect">
            <a:avLst>
              <a:gd name="adj" fmla="val 14545"/>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C7EBBAC3-ED8F-2F10-5240-C3C80F0B7ACA}"/>
              </a:ext>
            </a:extLst>
          </p:cNvPr>
          <p:cNvSpPr/>
          <p:nvPr/>
        </p:nvSpPr>
        <p:spPr>
          <a:xfrm>
            <a:off x="949051" y="272491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System prompt</a:t>
            </a:r>
            <a:endParaRPr lang="en-US" sz="1150" dirty="0">
              <a:latin typeface="Times New Roman" panose="02020603050405020304" pitchFamily="18" charset="0"/>
              <a:cs typeface="Times New Roman" panose="02020603050405020304" pitchFamily="18" charset="0"/>
            </a:endParaRPr>
          </a:p>
        </p:txBody>
      </p:sp>
      <p:sp>
        <p:nvSpPr>
          <p:cNvPr id="7" name="Shape 7">
            <a:extLst>
              <a:ext uri="{FF2B5EF4-FFF2-40B4-BE49-F238E27FC236}">
                <a16:creationId xmlns:a16="http://schemas.microsoft.com/office/drawing/2014/main" id="{E2D8FFE2-5C73-E7A1-F69F-68235276C7F2}"/>
              </a:ext>
            </a:extLst>
          </p:cNvPr>
          <p:cNvSpPr/>
          <p:nvPr/>
        </p:nvSpPr>
        <p:spPr>
          <a:xfrm>
            <a:off x="1927459" y="3172968"/>
            <a:ext cx="0" cy="438912"/>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8" name="Shape 8">
            <a:extLst>
              <a:ext uri="{FF2B5EF4-FFF2-40B4-BE49-F238E27FC236}">
                <a16:creationId xmlns:a16="http://schemas.microsoft.com/office/drawing/2014/main" id="{98E81865-6997-C043-4954-90DC5076DD26}"/>
              </a:ext>
            </a:extLst>
          </p:cNvPr>
          <p:cNvSpPr/>
          <p:nvPr/>
        </p:nvSpPr>
        <p:spPr>
          <a:xfrm>
            <a:off x="875899" y="3703320"/>
            <a:ext cx="2103120" cy="502920"/>
          </a:xfrm>
          <a:prstGeom prst="roundRect">
            <a:avLst>
              <a:gd name="adj" fmla="val 14545"/>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9" name="Text 9">
            <a:extLst>
              <a:ext uri="{FF2B5EF4-FFF2-40B4-BE49-F238E27FC236}">
                <a16:creationId xmlns:a16="http://schemas.microsoft.com/office/drawing/2014/main" id="{7ADE9B89-EEE6-7450-57BB-CBF6CC9FA360}"/>
              </a:ext>
            </a:extLst>
          </p:cNvPr>
          <p:cNvSpPr/>
          <p:nvPr/>
        </p:nvSpPr>
        <p:spPr>
          <a:xfrm>
            <a:off x="949051" y="377647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Shared prefix</a:t>
            </a:r>
            <a:endParaRPr lang="en-US" sz="1150" dirty="0">
              <a:latin typeface="Times New Roman" panose="02020603050405020304" pitchFamily="18" charset="0"/>
              <a:cs typeface="Times New Roman" panose="02020603050405020304" pitchFamily="18" charset="0"/>
            </a:endParaRPr>
          </a:p>
        </p:txBody>
      </p:sp>
      <p:sp>
        <p:nvSpPr>
          <p:cNvPr id="10" name="Shape 10">
            <a:extLst>
              <a:ext uri="{FF2B5EF4-FFF2-40B4-BE49-F238E27FC236}">
                <a16:creationId xmlns:a16="http://schemas.microsoft.com/office/drawing/2014/main" id="{B504AB18-6887-E7DA-C021-4E05B75C1CBE}"/>
              </a:ext>
            </a:extLst>
          </p:cNvPr>
          <p:cNvSpPr/>
          <p:nvPr/>
        </p:nvSpPr>
        <p:spPr>
          <a:xfrm>
            <a:off x="3664819" y="2651760"/>
            <a:ext cx="2103120" cy="502920"/>
          </a:xfrm>
          <a:prstGeom prst="roundRect">
            <a:avLst>
              <a:gd name="adj" fmla="val 14545"/>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1" name="Text 11">
            <a:extLst>
              <a:ext uri="{FF2B5EF4-FFF2-40B4-BE49-F238E27FC236}">
                <a16:creationId xmlns:a16="http://schemas.microsoft.com/office/drawing/2014/main" id="{7F700F88-50EE-249D-A16F-C0E03DB9A943}"/>
              </a:ext>
            </a:extLst>
          </p:cNvPr>
          <p:cNvSpPr/>
          <p:nvPr/>
        </p:nvSpPr>
        <p:spPr>
          <a:xfrm>
            <a:off x="3737971" y="272491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RAG document</a:t>
            </a:r>
            <a:endParaRPr lang="en-US" sz="1150" dirty="0">
              <a:latin typeface="Times New Roman" panose="02020603050405020304" pitchFamily="18" charset="0"/>
              <a:cs typeface="Times New Roman" panose="02020603050405020304" pitchFamily="18" charset="0"/>
            </a:endParaRPr>
          </a:p>
        </p:txBody>
      </p:sp>
      <p:sp>
        <p:nvSpPr>
          <p:cNvPr id="12" name="Shape 12">
            <a:extLst>
              <a:ext uri="{FF2B5EF4-FFF2-40B4-BE49-F238E27FC236}">
                <a16:creationId xmlns:a16="http://schemas.microsoft.com/office/drawing/2014/main" id="{37C1C7D3-A97F-8A6F-9A35-D4E58E05B1AE}"/>
              </a:ext>
            </a:extLst>
          </p:cNvPr>
          <p:cNvSpPr/>
          <p:nvPr/>
        </p:nvSpPr>
        <p:spPr>
          <a:xfrm>
            <a:off x="4716379" y="3172968"/>
            <a:ext cx="0" cy="438912"/>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3" name="Shape 13">
            <a:extLst>
              <a:ext uri="{FF2B5EF4-FFF2-40B4-BE49-F238E27FC236}">
                <a16:creationId xmlns:a16="http://schemas.microsoft.com/office/drawing/2014/main" id="{79D5F213-3444-A31F-9E02-0CD61EC4AB63}"/>
              </a:ext>
            </a:extLst>
          </p:cNvPr>
          <p:cNvSpPr/>
          <p:nvPr/>
        </p:nvSpPr>
        <p:spPr>
          <a:xfrm>
            <a:off x="3664819" y="3703320"/>
            <a:ext cx="2103120" cy="502920"/>
          </a:xfrm>
          <a:prstGeom prst="roundRect">
            <a:avLst>
              <a:gd name="adj" fmla="val 14545"/>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4" name="Text 14">
            <a:extLst>
              <a:ext uri="{FF2B5EF4-FFF2-40B4-BE49-F238E27FC236}">
                <a16:creationId xmlns:a16="http://schemas.microsoft.com/office/drawing/2014/main" id="{916EE29A-0E17-3845-639E-02793AA53198}"/>
              </a:ext>
            </a:extLst>
          </p:cNvPr>
          <p:cNvSpPr/>
          <p:nvPr/>
        </p:nvSpPr>
        <p:spPr>
          <a:xfrm>
            <a:off x="3737971" y="377647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Reusable context</a:t>
            </a:r>
            <a:endParaRPr lang="en-US" sz="1150" dirty="0">
              <a:latin typeface="Times New Roman" panose="02020603050405020304" pitchFamily="18" charset="0"/>
              <a:cs typeface="Times New Roman" panose="02020603050405020304" pitchFamily="18" charset="0"/>
            </a:endParaRPr>
          </a:p>
        </p:txBody>
      </p:sp>
      <p:sp>
        <p:nvSpPr>
          <p:cNvPr id="15" name="Shape 15">
            <a:extLst>
              <a:ext uri="{FF2B5EF4-FFF2-40B4-BE49-F238E27FC236}">
                <a16:creationId xmlns:a16="http://schemas.microsoft.com/office/drawing/2014/main" id="{A5905D09-DC21-A53B-29CA-841F8345DB25}"/>
              </a:ext>
            </a:extLst>
          </p:cNvPr>
          <p:cNvSpPr/>
          <p:nvPr/>
        </p:nvSpPr>
        <p:spPr>
          <a:xfrm>
            <a:off x="6453739" y="2651760"/>
            <a:ext cx="2103120" cy="502920"/>
          </a:xfrm>
          <a:prstGeom prst="roundRect">
            <a:avLst>
              <a:gd name="adj" fmla="val 14545"/>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6" name="Text 16">
            <a:extLst>
              <a:ext uri="{FF2B5EF4-FFF2-40B4-BE49-F238E27FC236}">
                <a16:creationId xmlns:a16="http://schemas.microsoft.com/office/drawing/2014/main" id="{7C26F6B9-48E7-45F2-7A57-94164F9E3455}"/>
              </a:ext>
            </a:extLst>
          </p:cNvPr>
          <p:cNvSpPr/>
          <p:nvPr/>
        </p:nvSpPr>
        <p:spPr>
          <a:xfrm>
            <a:off x="6526891" y="272491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Multi-turn chat</a:t>
            </a:r>
            <a:endParaRPr lang="en-US" sz="1150" dirty="0">
              <a:latin typeface="Times New Roman" panose="02020603050405020304" pitchFamily="18" charset="0"/>
              <a:cs typeface="Times New Roman" panose="02020603050405020304" pitchFamily="18" charset="0"/>
            </a:endParaRPr>
          </a:p>
        </p:txBody>
      </p:sp>
      <p:sp>
        <p:nvSpPr>
          <p:cNvPr id="17" name="Shape 17">
            <a:extLst>
              <a:ext uri="{FF2B5EF4-FFF2-40B4-BE49-F238E27FC236}">
                <a16:creationId xmlns:a16="http://schemas.microsoft.com/office/drawing/2014/main" id="{3BABB60D-FA6B-F86D-A976-D9D60D93A185}"/>
              </a:ext>
            </a:extLst>
          </p:cNvPr>
          <p:cNvSpPr/>
          <p:nvPr/>
        </p:nvSpPr>
        <p:spPr>
          <a:xfrm>
            <a:off x="7505299" y="3172968"/>
            <a:ext cx="0" cy="438912"/>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8" name="Shape 18">
            <a:extLst>
              <a:ext uri="{FF2B5EF4-FFF2-40B4-BE49-F238E27FC236}">
                <a16:creationId xmlns:a16="http://schemas.microsoft.com/office/drawing/2014/main" id="{653AB975-88A0-9017-62E6-F57080B9D794}"/>
              </a:ext>
            </a:extLst>
          </p:cNvPr>
          <p:cNvSpPr/>
          <p:nvPr/>
        </p:nvSpPr>
        <p:spPr>
          <a:xfrm>
            <a:off x="6453739" y="3703320"/>
            <a:ext cx="2103120" cy="502920"/>
          </a:xfrm>
          <a:prstGeom prst="roundRect">
            <a:avLst>
              <a:gd name="adj" fmla="val 14545"/>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9" name="Text 19">
            <a:extLst>
              <a:ext uri="{FF2B5EF4-FFF2-40B4-BE49-F238E27FC236}">
                <a16:creationId xmlns:a16="http://schemas.microsoft.com/office/drawing/2014/main" id="{17012031-0EB1-342D-3C55-604EF05EB3F4}"/>
              </a:ext>
            </a:extLst>
          </p:cNvPr>
          <p:cNvSpPr/>
          <p:nvPr/>
        </p:nvSpPr>
        <p:spPr>
          <a:xfrm>
            <a:off x="6526891" y="377647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Repeated history</a:t>
            </a:r>
            <a:endParaRPr lang="en-US" sz="1150" dirty="0">
              <a:latin typeface="Times New Roman" panose="02020603050405020304" pitchFamily="18" charset="0"/>
              <a:cs typeface="Times New Roman" panose="02020603050405020304" pitchFamily="18" charset="0"/>
            </a:endParaRPr>
          </a:p>
        </p:txBody>
      </p:sp>
      <p:sp>
        <p:nvSpPr>
          <p:cNvPr id="20" name="Shape 20">
            <a:extLst>
              <a:ext uri="{FF2B5EF4-FFF2-40B4-BE49-F238E27FC236}">
                <a16:creationId xmlns:a16="http://schemas.microsoft.com/office/drawing/2014/main" id="{EEE50FD0-42F0-7803-2388-6AD6A365446A}"/>
              </a:ext>
            </a:extLst>
          </p:cNvPr>
          <p:cNvSpPr/>
          <p:nvPr/>
        </p:nvSpPr>
        <p:spPr>
          <a:xfrm>
            <a:off x="9242659" y="2651760"/>
            <a:ext cx="2103120" cy="502920"/>
          </a:xfrm>
          <a:prstGeom prst="roundRect">
            <a:avLst>
              <a:gd name="adj" fmla="val 14545"/>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21" name="Text 21">
            <a:extLst>
              <a:ext uri="{FF2B5EF4-FFF2-40B4-BE49-F238E27FC236}">
                <a16:creationId xmlns:a16="http://schemas.microsoft.com/office/drawing/2014/main" id="{5464B1D7-2CBD-36E6-7A3A-6B9F242E19F6}"/>
              </a:ext>
            </a:extLst>
          </p:cNvPr>
          <p:cNvSpPr/>
          <p:nvPr/>
        </p:nvSpPr>
        <p:spPr>
          <a:xfrm>
            <a:off x="9315811" y="272491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Code editing</a:t>
            </a:r>
            <a:endParaRPr lang="en-US" sz="1150" dirty="0">
              <a:latin typeface="Times New Roman" panose="02020603050405020304" pitchFamily="18" charset="0"/>
              <a:cs typeface="Times New Roman" panose="02020603050405020304" pitchFamily="18" charset="0"/>
            </a:endParaRPr>
          </a:p>
        </p:txBody>
      </p:sp>
      <p:sp>
        <p:nvSpPr>
          <p:cNvPr id="22" name="Shape 22">
            <a:extLst>
              <a:ext uri="{FF2B5EF4-FFF2-40B4-BE49-F238E27FC236}">
                <a16:creationId xmlns:a16="http://schemas.microsoft.com/office/drawing/2014/main" id="{AA183E8A-AD89-A28A-F356-97E9EBECFA43}"/>
              </a:ext>
            </a:extLst>
          </p:cNvPr>
          <p:cNvSpPr/>
          <p:nvPr/>
        </p:nvSpPr>
        <p:spPr>
          <a:xfrm>
            <a:off x="10294219" y="3172968"/>
            <a:ext cx="0" cy="438912"/>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23" name="Shape 23">
            <a:extLst>
              <a:ext uri="{FF2B5EF4-FFF2-40B4-BE49-F238E27FC236}">
                <a16:creationId xmlns:a16="http://schemas.microsoft.com/office/drawing/2014/main" id="{A5A869A1-9831-0E9C-F981-C42F04FDDF8C}"/>
              </a:ext>
            </a:extLst>
          </p:cNvPr>
          <p:cNvSpPr/>
          <p:nvPr/>
        </p:nvSpPr>
        <p:spPr>
          <a:xfrm>
            <a:off x="9242659" y="3703320"/>
            <a:ext cx="2103120" cy="502920"/>
          </a:xfrm>
          <a:prstGeom prst="roundRect">
            <a:avLst>
              <a:gd name="adj" fmla="val 14545"/>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24" name="Text 24">
            <a:extLst>
              <a:ext uri="{FF2B5EF4-FFF2-40B4-BE49-F238E27FC236}">
                <a16:creationId xmlns:a16="http://schemas.microsoft.com/office/drawing/2014/main" id="{939F2DF2-AC4B-3E65-491E-275CC7CF9C62}"/>
              </a:ext>
            </a:extLst>
          </p:cNvPr>
          <p:cNvSpPr/>
          <p:nvPr/>
        </p:nvSpPr>
        <p:spPr>
          <a:xfrm>
            <a:off x="9315811" y="3776472"/>
            <a:ext cx="1956816" cy="356616"/>
          </a:xfrm>
          <a:prstGeom prst="rect">
            <a:avLst/>
          </a:prstGeom>
          <a:noFill/>
          <a:ln/>
        </p:spPr>
        <p:txBody>
          <a:bodyPr wrap="square" lIns="0" tIns="0" rIns="0" bIns="0" rtlCol="0" anchor="ctr">
            <a:normAutofit/>
          </a:bodyPr>
          <a:lstStyle/>
          <a:p>
            <a:pPr marL="0" indent="0" algn="ctr">
              <a:buNone/>
            </a:pPr>
            <a:r>
              <a:rPr lang="en-US" sz="1150" b="1" dirty="0">
                <a:solidFill>
                  <a:srgbClr val="0F172A"/>
                </a:solidFill>
                <a:latin typeface="Times New Roman" panose="02020603050405020304" pitchFamily="18" charset="0"/>
                <a:cs typeface="Times New Roman" panose="02020603050405020304" pitchFamily="18" charset="0"/>
              </a:rPr>
              <a:t>Large unchanged file</a:t>
            </a:r>
            <a:endParaRPr lang="en-US" sz="1150" dirty="0">
              <a:latin typeface="Times New Roman" panose="02020603050405020304" pitchFamily="18" charset="0"/>
              <a:cs typeface="Times New Roman" panose="02020603050405020304" pitchFamily="18" charset="0"/>
            </a:endParaRPr>
          </a:p>
        </p:txBody>
      </p:sp>
      <p:sp>
        <p:nvSpPr>
          <p:cNvPr id="25" name="Text 25">
            <a:extLst>
              <a:ext uri="{FF2B5EF4-FFF2-40B4-BE49-F238E27FC236}">
                <a16:creationId xmlns:a16="http://schemas.microsoft.com/office/drawing/2014/main" id="{5D1D1C5C-C159-999C-53F3-DF2D2F0F2F7C}"/>
              </a:ext>
            </a:extLst>
          </p:cNvPr>
          <p:cNvSpPr/>
          <p:nvPr/>
        </p:nvSpPr>
        <p:spPr>
          <a:xfrm>
            <a:off x="921619" y="4800600"/>
            <a:ext cx="10149840" cy="1143000"/>
          </a:xfrm>
          <a:prstGeom prst="rect">
            <a:avLst/>
          </a:prstGeom>
          <a:noFill/>
          <a:ln/>
        </p:spPr>
        <p:txBody>
          <a:bodyPr wrap="square" lIns="635" tIns="635" rIns="635" bIns="635" rtlCol="0" anchor="ctr">
            <a:normAutofit/>
          </a:bodyPr>
          <a:lstStyle/>
          <a:p>
            <a:r>
              <a:rPr lang="en-US" sz="1450" dirty="0">
                <a:solidFill>
                  <a:srgbClr val="334155"/>
                </a:solidFill>
                <a:latin typeface="Times New Roman" panose="02020603050405020304" pitchFamily="18" charset="0"/>
                <a:ea typeface="Aptos" pitchFamily="34" charset="-122"/>
                <a:cs typeface="Times New Roman" panose="02020603050405020304" pitchFamily="18" charset="0"/>
              </a:rPr>
              <a:t>Goal: reduce prefill cost and time-to-first-token when prompts overlap.</a:t>
            </a:r>
            <a:endParaRPr lang="en-US" sz="1450" dirty="0">
              <a:latin typeface="Times New Roman" panose="02020603050405020304" pitchFamily="18" charset="0"/>
              <a:cs typeface="Times New Roman" panose="02020603050405020304" pitchFamily="18" charset="0"/>
            </a:endParaRPr>
          </a:p>
          <a:p>
            <a:r>
              <a:rPr lang="en-US" sz="1450" dirty="0">
                <a:solidFill>
                  <a:srgbClr val="334155"/>
                </a:solidFill>
                <a:latin typeface="Times New Roman" panose="02020603050405020304" pitchFamily="18" charset="0"/>
                <a:ea typeface="Aptos" pitchFamily="34" charset="-122"/>
                <a:cs typeface="Times New Roman" panose="02020603050405020304" pitchFamily="18" charset="0"/>
              </a:rPr>
              <a:t>Main constraint: K/V cache is position-sensitive, model-specific, and memory-heavy.</a:t>
            </a:r>
            <a:endParaRPr lang="en-US" sz="1450" dirty="0">
              <a:latin typeface="Times New Roman" panose="02020603050405020304" pitchFamily="18" charset="0"/>
              <a:cs typeface="Times New Roman" panose="02020603050405020304" pitchFamily="18" charset="0"/>
            </a:endParaRPr>
          </a:p>
          <a:p>
            <a:r>
              <a:rPr lang="en-US" sz="1450" dirty="0">
                <a:solidFill>
                  <a:srgbClr val="334155"/>
                </a:solidFill>
                <a:latin typeface="Times New Roman" panose="02020603050405020304" pitchFamily="18" charset="0"/>
                <a:ea typeface="Aptos" pitchFamily="34" charset="-122"/>
                <a:cs typeface="Times New Roman" panose="02020603050405020304" pitchFamily="18" charset="0"/>
              </a:rPr>
              <a:t>Serving systems must handle lookup, validation, routing, eviction, transfer, and security isolation.</a:t>
            </a:r>
            <a:endParaRPr lang="en-US" sz="14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197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E8BD1-F9CD-F240-3572-8C7B07DE1DB8}"/>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CF5FD998-9C37-4A81-B020-BB8564723765}"/>
              </a:ext>
            </a:extLst>
          </p:cNvPr>
          <p:cNvSpPr txBox="1">
            <a:spLocks/>
          </p:cNvSpPr>
          <p:nvPr/>
        </p:nvSpPr>
        <p:spPr>
          <a:xfrm>
            <a:off x="1133528" y="502639"/>
            <a:ext cx="217454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3 - KV Cache Reuse</a:t>
            </a:r>
          </a:p>
        </p:txBody>
      </p:sp>
      <p:sp>
        <p:nvSpPr>
          <p:cNvPr id="2" name="Text 0">
            <a:extLst>
              <a:ext uri="{FF2B5EF4-FFF2-40B4-BE49-F238E27FC236}">
                <a16:creationId xmlns:a16="http://schemas.microsoft.com/office/drawing/2014/main" id="{1E396C48-219A-B1A2-D044-E2F1318F7652}"/>
              </a:ext>
            </a:extLst>
          </p:cNvPr>
          <p:cNvSpPr/>
          <p:nvPr/>
        </p:nvSpPr>
        <p:spPr>
          <a:xfrm>
            <a:off x="624680" y="1072255"/>
            <a:ext cx="10972800" cy="411480"/>
          </a:xfrm>
          <a:prstGeom prst="rect">
            <a:avLst/>
          </a:prstGeom>
          <a:noFill/>
          <a:ln/>
        </p:spPr>
        <p:txBody>
          <a:bodyPr wrap="square" lIns="0" tIns="0" rIns="0" bIns="0" rtlCol="0" anchor="ctr"/>
          <a:lstStyle/>
          <a:p>
            <a:pPr marL="0" indent="0">
              <a:buNone/>
            </a:pP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Prefix Caching and Prompt Cache</a:t>
            </a:r>
            <a:endParaRPr lang="en-US" sz="24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509BC2DD-83FE-02D3-D555-70D47F5781AD}"/>
              </a:ext>
            </a:extLst>
          </p:cNvPr>
          <p:cNvSpPr/>
          <p:nvPr/>
        </p:nvSpPr>
        <p:spPr>
          <a:xfrm>
            <a:off x="652112" y="1492879"/>
            <a:ext cx="10698480" cy="320040"/>
          </a:xfrm>
          <a:prstGeom prst="rect">
            <a:avLst/>
          </a:prstGeom>
          <a:noFill/>
          <a:ln/>
        </p:spPr>
        <p:txBody>
          <a:bodyPr wrap="square" lIns="0" tIns="0" rIns="0" bIns="0" rtlCol="0" anchor="ctr"/>
          <a:lstStyle/>
          <a:p>
            <a:pPr marL="0" indent="0">
              <a:buNone/>
            </a:pPr>
            <a:r>
              <a:rPr lang="en-US" sz="1050" dirty="0">
                <a:solidFill>
                  <a:srgbClr val="64748B"/>
                </a:solidFill>
                <a:latin typeface="Times New Roman" panose="02020603050405020304" pitchFamily="18" charset="0"/>
                <a:cs typeface="Times New Roman" panose="02020603050405020304" pitchFamily="18" charset="0"/>
              </a:rPr>
              <a:t>Reuse is easiest when the new request shares the same prefix or explicitly defined prompt modules.</a:t>
            </a:r>
            <a:endParaRPr lang="en-US" sz="1050" dirty="0">
              <a:latin typeface="Times New Roman" panose="02020603050405020304" pitchFamily="18" charset="0"/>
              <a:cs typeface="Times New Roman" panose="02020603050405020304" pitchFamily="18" charset="0"/>
            </a:endParaRPr>
          </a:p>
        </p:txBody>
      </p:sp>
      <p:sp>
        <p:nvSpPr>
          <p:cNvPr id="4" name="Shape 3">
            <a:extLst>
              <a:ext uri="{FF2B5EF4-FFF2-40B4-BE49-F238E27FC236}">
                <a16:creationId xmlns:a16="http://schemas.microsoft.com/office/drawing/2014/main" id="{B8B0DECB-AE5B-D764-355E-3D46FEC57EE6}"/>
              </a:ext>
            </a:extLst>
          </p:cNvPr>
          <p:cNvSpPr/>
          <p:nvPr/>
        </p:nvSpPr>
        <p:spPr>
          <a:xfrm>
            <a:off x="926432" y="1922647"/>
            <a:ext cx="3246120" cy="804672"/>
          </a:xfrm>
          <a:prstGeom prst="roundRect">
            <a:avLst>
              <a:gd name="adj" fmla="val 9091"/>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5" name="Text 4">
            <a:extLst>
              <a:ext uri="{FF2B5EF4-FFF2-40B4-BE49-F238E27FC236}">
                <a16:creationId xmlns:a16="http://schemas.microsoft.com/office/drawing/2014/main" id="{DFAFB34F-9D66-17A6-3D12-F5F60B91F26B}"/>
              </a:ext>
            </a:extLst>
          </p:cNvPr>
          <p:cNvSpPr/>
          <p:nvPr/>
        </p:nvSpPr>
        <p:spPr>
          <a:xfrm>
            <a:off x="999584" y="1995799"/>
            <a:ext cx="3099816" cy="658368"/>
          </a:xfrm>
          <a:prstGeom prst="rect">
            <a:avLst/>
          </a:prstGeom>
          <a:noFill/>
          <a:ln/>
        </p:spPr>
        <p:txBody>
          <a:bodyPr wrap="square" lIns="0" tIns="0" rIns="0" bIns="0" rtlCol="0" anchor="ctr">
            <a:normAutofit/>
          </a:bodyPr>
          <a:lstStyle/>
          <a:p>
            <a:pPr marL="0" indent="0" algn="ctr">
              <a:buNone/>
            </a:pPr>
            <a:r>
              <a:rPr lang="en-US" sz="1100" dirty="0">
                <a:solidFill>
                  <a:srgbClr val="0F172A"/>
                </a:solidFill>
                <a:latin typeface="Times New Roman" panose="02020603050405020304" pitchFamily="18" charset="0"/>
                <a:cs typeface="Times New Roman" panose="02020603050405020304" pitchFamily="18" charset="0"/>
              </a:rPr>
              <a:t>Request A</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dirty="0">
                <a:solidFill>
                  <a:srgbClr val="0F172A"/>
                </a:solidFill>
                <a:latin typeface="Times New Roman" panose="02020603050405020304" pitchFamily="18" charset="0"/>
                <a:cs typeface="Times New Roman" panose="02020603050405020304" pitchFamily="18" charset="0"/>
              </a:rPr>
              <a:t>[System][Policy][Doc][Question A]</a:t>
            </a:r>
            <a:endParaRPr lang="en-US" sz="1100" dirty="0">
              <a:latin typeface="Times New Roman" panose="02020603050405020304" pitchFamily="18" charset="0"/>
              <a:cs typeface="Times New Roman" panose="02020603050405020304" pitchFamily="18" charset="0"/>
            </a:endParaRPr>
          </a:p>
        </p:txBody>
      </p:sp>
      <p:sp>
        <p:nvSpPr>
          <p:cNvPr id="6" name="Shape 5">
            <a:extLst>
              <a:ext uri="{FF2B5EF4-FFF2-40B4-BE49-F238E27FC236}">
                <a16:creationId xmlns:a16="http://schemas.microsoft.com/office/drawing/2014/main" id="{B6FE5B85-9333-D3BD-9ED0-69CA172B1CB6}"/>
              </a:ext>
            </a:extLst>
          </p:cNvPr>
          <p:cNvSpPr/>
          <p:nvPr/>
        </p:nvSpPr>
        <p:spPr>
          <a:xfrm>
            <a:off x="926432" y="2928487"/>
            <a:ext cx="3246120" cy="804672"/>
          </a:xfrm>
          <a:prstGeom prst="roundRect">
            <a:avLst>
              <a:gd name="adj" fmla="val 9091"/>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045B51BB-D358-BEE9-75A4-2007B7B84BF3}"/>
              </a:ext>
            </a:extLst>
          </p:cNvPr>
          <p:cNvSpPr/>
          <p:nvPr/>
        </p:nvSpPr>
        <p:spPr>
          <a:xfrm>
            <a:off x="999584" y="3001639"/>
            <a:ext cx="3099816" cy="658368"/>
          </a:xfrm>
          <a:prstGeom prst="rect">
            <a:avLst/>
          </a:prstGeom>
          <a:noFill/>
          <a:ln/>
        </p:spPr>
        <p:txBody>
          <a:bodyPr wrap="square" lIns="0" tIns="0" rIns="0" bIns="0" rtlCol="0" anchor="ctr">
            <a:normAutofit/>
          </a:bodyPr>
          <a:lstStyle/>
          <a:p>
            <a:pPr marL="0" indent="0" algn="ctr">
              <a:buNone/>
            </a:pPr>
            <a:r>
              <a:rPr lang="en-US" sz="1100" dirty="0">
                <a:solidFill>
                  <a:srgbClr val="0F172A"/>
                </a:solidFill>
                <a:latin typeface="Times New Roman" panose="02020603050405020304" pitchFamily="18" charset="0"/>
                <a:cs typeface="Times New Roman" panose="02020603050405020304" pitchFamily="18" charset="0"/>
              </a:rPr>
              <a:t>Request B</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dirty="0">
                <a:solidFill>
                  <a:srgbClr val="0F172A"/>
                </a:solidFill>
                <a:latin typeface="Times New Roman" panose="02020603050405020304" pitchFamily="18" charset="0"/>
                <a:cs typeface="Times New Roman" panose="02020603050405020304" pitchFamily="18" charset="0"/>
              </a:rPr>
              <a:t>[System][Policy][Doc][Question B]</a:t>
            </a:r>
            <a:endParaRPr lang="en-US" sz="11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62D11375-B16E-AFD2-A9C8-AD3A81E1D79C}"/>
              </a:ext>
            </a:extLst>
          </p:cNvPr>
          <p:cNvSpPr/>
          <p:nvPr/>
        </p:nvSpPr>
        <p:spPr>
          <a:xfrm>
            <a:off x="4867496" y="2398135"/>
            <a:ext cx="2514600" cy="804672"/>
          </a:xfrm>
          <a:prstGeom prst="roundRect">
            <a:avLst>
              <a:gd name="adj" fmla="val 9091"/>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B6A8F3C8-4FB1-47FC-E280-159B7F618B05}"/>
              </a:ext>
            </a:extLst>
          </p:cNvPr>
          <p:cNvSpPr/>
          <p:nvPr/>
        </p:nvSpPr>
        <p:spPr>
          <a:xfrm>
            <a:off x="4931504" y="2480431"/>
            <a:ext cx="2368296" cy="658368"/>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Reusable prefix</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[System][Policy][Doc]</a:t>
            </a: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8ECAD2EF-45F6-19CD-E9D9-C04ABEDDA8C3}"/>
              </a:ext>
            </a:extLst>
          </p:cNvPr>
          <p:cNvSpPr/>
          <p:nvPr/>
        </p:nvSpPr>
        <p:spPr>
          <a:xfrm>
            <a:off x="4309712" y="2315839"/>
            <a:ext cx="457200" cy="338328"/>
          </a:xfrm>
          <a:prstGeom prst="line">
            <a:avLst/>
          </a:prstGeom>
          <a:noFill/>
          <a:ln w="16510">
            <a:solidFill>
              <a:srgbClr val="D97706"/>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2" name="Shape 10">
            <a:extLst>
              <a:ext uri="{FF2B5EF4-FFF2-40B4-BE49-F238E27FC236}">
                <a16:creationId xmlns:a16="http://schemas.microsoft.com/office/drawing/2014/main" id="{B35B19F5-9E2B-F1B1-E249-6C57C2B5B313}"/>
              </a:ext>
            </a:extLst>
          </p:cNvPr>
          <p:cNvSpPr/>
          <p:nvPr/>
        </p:nvSpPr>
        <p:spPr>
          <a:xfrm flipV="1">
            <a:off x="4309712" y="2983351"/>
            <a:ext cx="457200" cy="338328"/>
          </a:xfrm>
          <a:prstGeom prst="line">
            <a:avLst/>
          </a:prstGeom>
          <a:noFill/>
          <a:ln w="16510">
            <a:solidFill>
              <a:srgbClr val="D97706"/>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3" name="Shape 11">
            <a:extLst>
              <a:ext uri="{FF2B5EF4-FFF2-40B4-BE49-F238E27FC236}">
                <a16:creationId xmlns:a16="http://schemas.microsoft.com/office/drawing/2014/main" id="{7E5427A3-9640-8C5C-DD91-52CC40BFA067}"/>
              </a:ext>
            </a:extLst>
          </p:cNvPr>
          <p:cNvSpPr/>
          <p:nvPr/>
        </p:nvSpPr>
        <p:spPr>
          <a:xfrm>
            <a:off x="8104472" y="2407279"/>
            <a:ext cx="2743200" cy="804672"/>
          </a:xfrm>
          <a:prstGeom prst="roundRect">
            <a:avLst>
              <a:gd name="adj" fmla="val 9091"/>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AD31546A-40FA-30F1-B19D-90599B61476F}"/>
              </a:ext>
            </a:extLst>
          </p:cNvPr>
          <p:cNvSpPr/>
          <p:nvPr/>
        </p:nvSpPr>
        <p:spPr>
          <a:xfrm>
            <a:off x="8177624" y="2480431"/>
            <a:ext cx="2596896" cy="658368"/>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Skip repeated prefill</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load cached K/V blocks</a:t>
            </a:r>
            <a:endParaRPr lang="en-US" sz="1200" dirty="0">
              <a:latin typeface="Times New Roman" panose="02020603050405020304" pitchFamily="18" charset="0"/>
              <a:cs typeface="Times New Roman" panose="02020603050405020304" pitchFamily="18" charset="0"/>
            </a:endParaRPr>
          </a:p>
        </p:txBody>
      </p:sp>
      <p:sp>
        <p:nvSpPr>
          <p:cNvPr id="15" name="Shape 13">
            <a:extLst>
              <a:ext uri="{FF2B5EF4-FFF2-40B4-BE49-F238E27FC236}">
                <a16:creationId xmlns:a16="http://schemas.microsoft.com/office/drawing/2014/main" id="{0FFD7F12-354C-6E84-BB3F-43C4D273B086}"/>
              </a:ext>
            </a:extLst>
          </p:cNvPr>
          <p:cNvSpPr/>
          <p:nvPr/>
        </p:nvSpPr>
        <p:spPr>
          <a:xfrm>
            <a:off x="7464392" y="2809615"/>
            <a:ext cx="54864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6" name="Shape 14">
            <a:extLst>
              <a:ext uri="{FF2B5EF4-FFF2-40B4-BE49-F238E27FC236}">
                <a16:creationId xmlns:a16="http://schemas.microsoft.com/office/drawing/2014/main" id="{9FCF1542-61FA-8058-3AA8-8CD21ACFADBE}"/>
              </a:ext>
            </a:extLst>
          </p:cNvPr>
          <p:cNvSpPr/>
          <p:nvPr/>
        </p:nvSpPr>
        <p:spPr>
          <a:xfrm>
            <a:off x="926432" y="4162927"/>
            <a:ext cx="2240280" cy="530352"/>
          </a:xfrm>
          <a:prstGeom prst="rect">
            <a:avLst/>
          </a:prstGeom>
          <a:solidFill>
            <a:srgbClr val="D97706"/>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7" name="Text 15">
            <a:extLst>
              <a:ext uri="{FF2B5EF4-FFF2-40B4-BE49-F238E27FC236}">
                <a16:creationId xmlns:a16="http://schemas.microsoft.com/office/drawing/2014/main" id="{5F024639-79B0-9844-56EE-2A2F07446073}"/>
              </a:ext>
            </a:extLst>
          </p:cNvPr>
          <p:cNvSpPr/>
          <p:nvPr/>
        </p:nvSpPr>
        <p:spPr>
          <a:xfrm>
            <a:off x="981296" y="4217791"/>
            <a:ext cx="2130552" cy="420624"/>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Times New Roman" panose="02020603050405020304" pitchFamily="18" charset="0"/>
                <a:cs typeface="Times New Roman" panose="02020603050405020304" pitchFamily="18" charset="0"/>
              </a:rPr>
              <a:t>Method name</a:t>
            </a:r>
            <a:endParaRPr lang="en-US" sz="1050" dirty="0">
              <a:latin typeface="Times New Roman" panose="02020603050405020304" pitchFamily="18" charset="0"/>
              <a:cs typeface="Times New Roman" panose="02020603050405020304" pitchFamily="18" charset="0"/>
            </a:endParaRPr>
          </a:p>
        </p:txBody>
      </p:sp>
      <p:sp>
        <p:nvSpPr>
          <p:cNvPr id="18" name="Shape 16">
            <a:extLst>
              <a:ext uri="{FF2B5EF4-FFF2-40B4-BE49-F238E27FC236}">
                <a16:creationId xmlns:a16="http://schemas.microsoft.com/office/drawing/2014/main" id="{C91812FA-82BA-82C3-B428-5F2B03037168}"/>
              </a:ext>
            </a:extLst>
          </p:cNvPr>
          <p:cNvSpPr/>
          <p:nvPr/>
        </p:nvSpPr>
        <p:spPr>
          <a:xfrm>
            <a:off x="3166712" y="4162927"/>
            <a:ext cx="2468880" cy="530352"/>
          </a:xfrm>
          <a:prstGeom prst="rect">
            <a:avLst/>
          </a:prstGeom>
          <a:solidFill>
            <a:srgbClr val="D97706"/>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93EE777C-5E6F-6D40-6184-7715D1BC96E0}"/>
              </a:ext>
            </a:extLst>
          </p:cNvPr>
          <p:cNvSpPr/>
          <p:nvPr/>
        </p:nvSpPr>
        <p:spPr>
          <a:xfrm>
            <a:off x="3221576" y="4217791"/>
            <a:ext cx="2359152" cy="420624"/>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Times New Roman" panose="02020603050405020304" pitchFamily="18" charset="0"/>
                <a:cs typeface="Times New Roman" panose="02020603050405020304" pitchFamily="18" charset="0"/>
              </a:rPr>
              <a:t>Reuse unit</a:t>
            </a:r>
            <a:endParaRPr lang="en-US" sz="1050" dirty="0">
              <a:latin typeface="Times New Roman" panose="02020603050405020304" pitchFamily="18" charset="0"/>
              <a:cs typeface="Times New Roman" panose="02020603050405020304" pitchFamily="18" charset="0"/>
            </a:endParaRPr>
          </a:p>
        </p:txBody>
      </p:sp>
      <p:sp>
        <p:nvSpPr>
          <p:cNvPr id="20" name="Shape 18">
            <a:extLst>
              <a:ext uri="{FF2B5EF4-FFF2-40B4-BE49-F238E27FC236}">
                <a16:creationId xmlns:a16="http://schemas.microsoft.com/office/drawing/2014/main" id="{04156013-A584-11F9-321B-267B825C89DB}"/>
              </a:ext>
            </a:extLst>
          </p:cNvPr>
          <p:cNvSpPr/>
          <p:nvPr/>
        </p:nvSpPr>
        <p:spPr>
          <a:xfrm>
            <a:off x="5635592" y="4162927"/>
            <a:ext cx="5852160" cy="530352"/>
          </a:xfrm>
          <a:prstGeom prst="rect">
            <a:avLst/>
          </a:prstGeom>
          <a:solidFill>
            <a:srgbClr val="D97706"/>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1" name="Text 19">
            <a:extLst>
              <a:ext uri="{FF2B5EF4-FFF2-40B4-BE49-F238E27FC236}">
                <a16:creationId xmlns:a16="http://schemas.microsoft.com/office/drawing/2014/main" id="{664E123D-0C28-FF2F-018F-64C2BD6715DA}"/>
              </a:ext>
            </a:extLst>
          </p:cNvPr>
          <p:cNvSpPr/>
          <p:nvPr/>
        </p:nvSpPr>
        <p:spPr>
          <a:xfrm>
            <a:off x="5690456" y="4217791"/>
            <a:ext cx="5742432" cy="420624"/>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Times New Roman" panose="02020603050405020304" pitchFamily="18" charset="0"/>
                <a:cs typeface="Times New Roman" panose="02020603050405020304" pitchFamily="18" charset="0"/>
              </a:rPr>
              <a:t>Key idea</a:t>
            </a:r>
            <a:endParaRPr lang="en-US" sz="1050" dirty="0">
              <a:latin typeface="Times New Roman" panose="02020603050405020304" pitchFamily="18" charset="0"/>
              <a:cs typeface="Times New Roman" panose="02020603050405020304" pitchFamily="18" charset="0"/>
            </a:endParaRPr>
          </a:p>
        </p:txBody>
      </p:sp>
      <p:sp>
        <p:nvSpPr>
          <p:cNvPr id="22" name="Shape 20">
            <a:extLst>
              <a:ext uri="{FF2B5EF4-FFF2-40B4-BE49-F238E27FC236}">
                <a16:creationId xmlns:a16="http://schemas.microsoft.com/office/drawing/2014/main" id="{881CBE65-CE47-3E9E-C880-0A764451F38C}"/>
              </a:ext>
            </a:extLst>
          </p:cNvPr>
          <p:cNvSpPr/>
          <p:nvPr/>
        </p:nvSpPr>
        <p:spPr>
          <a:xfrm>
            <a:off x="926432" y="4693279"/>
            <a:ext cx="2240280" cy="53035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3" name="Text 21">
            <a:extLst>
              <a:ext uri="{FF2B5EF4-FFF2-40B4-BE49-F238E27FC236}">
                <a16:creationId xmlns:a16="http://schemas.microsoft.com/office/drawing/2014/main" id="{22875AEC-2511-8E86-A42F-C8BEB3DD71DC}"/>
              </a:ext>
            </a:extLst>
          </p:cNvPr>
          <p:cNvSpPr/>
          <p:nvPr/>
        </p:nvSpPr>
        <p:spPr>
          <a:xfrm>
            <a:off x="981296" y="4748143"/>
            <a:ext cx="213055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Automatic Prefix Caching</a:t>
            </a:r>
            <a:endParaRPr lang="en-US" sz="1050" dirty="0">
              <a:latin typeface="Times New Roman" panose="02020603050405020304" pitchFamily="18" charset="0"/>
              <a:cs typeface="Times New Roman" panose="02020603050405020304" pitchFamily="18" charset="0"/>
            </a:endParaRPr>
          </a:p>
        </p:txBody>
      </p:sp>
      <p:sp>
        <p:nvSpPr>
          <p:cNvPr id="24" name="Shape 22">
            <a:extLst>
              <a:ext uri="{FF2B5EF4-FFF2-40B4-BE49-F238E27FC236}">
                <a16:creationId xmlns:a16="http://schemas.microsoft.com/office/drawing/2014/main" id="{86B58CFC-9593-110A-B258-7328D587DA8D}"/>
              </a:ext>
            </a:extLst>
          </p:cNvPr>
          <p:cNvSpPr/>
          <p:nvPr/>
        </p:nvSpPr>
        <p:spPr>
          <a:xfrm>
            <a:off x="3166712" y="4693279"/>
            <a:ext cx="2468880" cy="53035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587311AA-04FB-0B1C-EF04-E19116BC9FB7}"/>
              </a:ext>
            </a:extLst>
          </p:cNvPr>
          <p:cNvSpPr/>
          <p:nvPr/>
        </p:nvSpPr>
        <p:spPr>
          <a:xfrm>
            <a:off x="3221576" y="4748143"/>
            <a:ext cx="235915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Identical prefix blocks</a:t>
            </a:r>
            <a:endParaRPr lang="en-US" sz="1050" dirty="0">
              <a:latin typeface="Times New Roman" panose="02020603050405020304" pitchFamily="18" charset="0"/>
              <a:cs typeface="Times New Roman" panose="02020603050405020304" pitchFamily="18" charset="0"/>
            </a:endParaRPr>
          </a:p>
        </p:txBody>
      </p:sp>
      <p:sp>
        <p:nvSpPr>
          <p:cNvPr id="26" name="Shape 24">
            <a:extLst>
              <a:ext uri="{FF2B5EF4-FFF2-40B4-BE49-F238E27FC236}">
                <a16:creationId xmlns:a16="http://schemas.microsoft.com/office/drawing/2014/main" id="{CA8901CA-B3D2-A7F3-A44A-60BA90C4C16D}"/>
              </a:ext>
            </a:extLst>
          </p:cNvPr>
          <p:cNvSpPr/>
          <p:nvPr/>
        </p:nvSpPr>
        <p:spPr>
          <a:xfrm>
            <a:off x="5635592" y="4693279"/>
            <a:ext cx="5852160" cy="53035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7" name="Text 25">
            <a:extLst>
              <a:ext uri="{FF2B5EF4-FFF2-40B4-BE49-F238E27FC236}">
                <a16:creationId xmlns:a16="http://schemas.microsoft.com/office/drawing/2014/main" id="{B0F52BC3-9EF5-85B7-40B3-82CD219B132A}"/>
              </a:ext>
            </a:extLst>
          </p:cNvPr>
          <p:cNvSpPr/>
          <p:nvPr/>
        </p:nvSpPr>
        <p:spPr>
          <a:xfrm>
            <a:off x="5690456" y="4748143"/>
            <a:ext cx="574243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Hash processed KV blocks and reuse when a new request shares the prefix.</a:t>
            </a:r>
            <a:endParaRPr lang="en-US" sz="1050" dirty="0">
              <a:latin typeface="Times New Roman" panose="02020603050405020304" pitchFamily="18" charset="0"/>
              <a:cs typeface="Times New Roman" panose="02020603050405020304" pitchFamily="18" charset="0"/>
            </a:endParaRPr>
          </a:p>
        </p:txBody>
      </p:sp>
      <p:sp>
        <p:nvSpPr>
          <p:cNvPr id="28" name="Shape 26">
            <a:extLst>
              <a:ext uri="{FF2B5EF4-FFF2-40B4-BE49-F238E27FC236}">
                <a16:creationId xmlns:a16="http://schemas.microsoft.com/office/drawing/2014/main" id="{D4BDA618-8A71-30FE-FF1E-BD25302ED878}"/>
              </a:ext>
            </a:extLst>
          </p:cNvPr>
          <p:cNvSpPr/>
          <p:nvPr/>
        </p:nvSpPr>
        <p:spPr>
          <a:xfrm>
            <a:off x="926432" y="5223631"/>
            <a:ext cx="2240280" cy="53035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9" name="Text 27">
            <a:extLst>
              <a:ext uri="{FF2B5EF4-FFF2-40B4-BE49-F238E27FC236}">
                <a16:creationId xmlns:a16="http://schemas.microsoft.com/office/drawing/2014/main" id="{ECC204EC-E455-3606-9BDB-D743B9139DFE}"/>
              </a:ext>
            </a:extLst>
          </p:cNvPr>
          <p:cNvSpPr/>
          <p:nvPr/>
        </p:nvSpPr>
        <p:spPr>
          <a:xfrm>
            <a:off x="981296" y="5278495"/>
            <a:ext cx="213055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Prompt Cache</a:t>
            </a:r>
            <a:endParaRPr lang="en-US" sz="1050" dirty="0">
              <a:latin typeface="Times New Roman" panose="02020603050405020304" pitchFamily="18" charset="0"/>
              <a:cs typeface="Times New Roman" panose="02020603050405020304" pitchFamily="18" charset="0"/>
            </a:endParaRPr>
          </a:p>
        </p:txBody>
      </p:sp>
      <p:sp>
        <p:nvSpPr>
          <p:cNvPr id="30" name="Shape 28">
            <a:extLst>
              <a:ext uri="{FF2B5EF4-FFF2-40B4-BE49-F238E27FC236}">
                <a16:creationId xmlns:a16="http://schemas.microsoft.com/office/drawing/2014/main" id="{BC893A4B-0943-CEB7-2697-42255EA30B7C}"/>
              </a:ext>
            </a:extLst>
          </p:cNvPr>
          <p:cNvSpPr/>
          <p:nvPr/>
        </p:nvSpPr>
        <p:spPr>
          <a:xfrm>
            <a:off x="3166712" y="5223631"/>
            <a:ext cx="2468880" cy="53035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1" name="Text 29">
            <a:extLst>
              <a:ext uri="{FF2B5EF4-FFF2-40B4-BE49-F238E27FC236}">
                <a16:creationId xmlns:a16="http://schemas.microsoft.com/office/drawing/2014/main" id="{724DA82B-2977-9A24-3BEE-FAEA0AA0F094}"/>
              </a:ext>
            </a:extLst>
          </p:cNvPr>
          <p:cNvSpPr/>
          <p:nvPr/>
        </p:nvSpPr>
        <p:spPr>
          <a:xfrm>
            <a:off x="3221576" y="5278495"/>
            <a:ext cx="235915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Prompt modules</a:t>
            </a:r>
            <a:endParaRPr lang="en-US" sz="1050" dirty="0">
              <a:latin typeface="Times New Roman" panose="02020603050405020304" pitchFamily="18" charset="0"/>
              <a:cs typeface="Times New Roman" panose="02020603050405020304" pitchFamily="18" charset="0"/>
            </a:endParaRPr>
          </a:p>
        </p:txBody>
      </p:sp>
      <p:sp>
        <p:nvSpPr>
          <p:cNvPr id="32" name="Shape 30">
            <a:extLst>
              <a:ext uri="{FF2B5EF4-FFF2-40B4-BE49-F238E27FC236}">
                <a16:creationId xmlns:a16="http://schemas.microsoft.com/office/drawing/2014/main" id="{D3C36256-3C9A-A2D5-D53C-D1BD9CD9B638}"/>
              </a:ext>
            </a:extLst>
          </p:cNvPr>
          <p:cNvSpPr/>
          <p:nvPr/>
        </p:nvSpPr>
        <p:spPr>
          <a:xfrm>
            <a:off x="5635592" y="5223631"/>
            <a:ext cx="5852160" cy="530352"/>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3" name="Text 31">
            <a:extLst>
              <a:ext uri="{FF2B5EF4-FFF2-40B4-BE49-F238E27FC236}">
                <a16:creationId xmlns:a16="http://schemas.microsoft.com/office/drawing/2014/main" id="{832CA37C-7F1E-3E19-34F8-14E1F142F021}"/>
              </a:ext>
            </a:extLst>
          </p:cNvPr>
          <p:cNvSpPr/>
          <p:nvPr/>
        </p:nvSpPr>
        <p:spPr>
          <a:xfrm>
            <a:off x="5690456" y="5278495"/>
            <a:ext cx="574243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Define reusable text segments and precompute attention states for them.</a:t>
            </a:r>
            <a:endParaRPr lang="en-US" sz="1050" dirty="0">
              <a:latin typeface="Times New Roman" panose="02020603050405020304" pitchFamily="18" charset="0"/>
              <a:cs typeface="Times New Roman" panose="02020603050405020304" pitchFamily="18" charset="0"/>
            </a:endParaRPr>
          </a:p>
        </p:txBody>
      </p:sp>
      <p:sp>
        <p:nvSpPr>
          <p:cNvPr id="34" name="Shape 32">
            <a:extLst>
              <a:ext uri="{FF2B5EF4-FFF2-40B4-BE49-F238E27FC236}">
                <a16:creationId xmlns:a16="http://schemas.microsoft.com/office/drawing/2014/main" id="{7F1B46F3-6219-58E2-D922-4B59E5F2D4D7}"/>
              </a:ext>
            </a:extLst>
          </p:cNvPr>
          <p:cNvSpPr/>
          <p:nvPr/>
        </p:nvSpPr>
        <p:spPr>
          <a:xfrm>
            <a:off x="926432" y="5753983"/>
            <a:ext cx="2240280" cy="53035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5" name="Text 33">
            <a:extLst>
              <a:ext uri="{FF2B5EF4-FFF2-40B4-BE49-F238E27FC236}">
                <a16:creationId xmlns:a16="http://schemas.microsoft.com/office/drawing/2014/main" id="{0F89CF66-1611-B781-6E87-79D90714E45F}"/>
              </a:ext>
            </a:extLst>
          </p:cNvPr>
          <p:cNvSpPr/>
          <p:nvPr/>
        </p:nvSpPr>
        <p:spPr>
          <a:xfrm>
            <a:off x="981296" y="5808847"/>
            <a:ext cx="213055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KVLink</a:t>
            </a:r>
            <a:endParaRPr lang="en-US" sz="1050" dirty="0">
              <a:latin typeface="Times New Roman" panose="02020603050405020304" pitchFamily="18" charset="0"/>
              <a:cs typeface="Times New Roman" panose="02020603050405020304" pitchFamily="18" charset="0"/>
            </a:endParaRPr>
          </a:p>
        </p:txBody>
      </p:sp>
      <p:sp>
        <p:nvSpPr>
          <p:cNvPr id="36" name="Shape 34">
            <a:extLst>
              <a:ext uri="{FF2B5EF4-FFF2-40B4-BE49-F238E27FC236}">
                <a16:creationId xmlns:a16="http://schemas.microsoft.com/office/drawing/2014/main" id="{6F670B13-3EB5-3F03-464E-EE920DA129F2}"/>
              </a:ext>
            </a:extLst>
          </p:cNvPr>
          <p:cNvSpPr/>
          <p:nvPr/>
        </p:nvSpPr>
        <p:spPr>
          <a:xfrm>
            <a:off x="3166712" y="5753983"/>
            <a:ext cx="2468880" cy="53035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7" name="Text 35">
            <a:extLst>
              <a:ext uri="{FF2B5EF4-FFF2-40B4-BE49-F238E27FC236}">
                <a16:creationId xmlns:a16="http://schemas.microsoft.com/office/drawing/2014/main" id="{A79F5A93-CF3C-DD59-3977-C79E814B5F1C}"/>
              </a:ext>
            </a:extLst>
          </p:cNvPr>
          <p:cNvSpPr/>
          <p:nvPr/>
        </p:nvSpPr>
        <p:spPr>
          <a:xfrm>
            <a:off x="3221576" y="5808847"/>
            <a:ext cx="235915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Retrieved context segments</a:t>
            </a:r>
            <a:endParaRPr lang="en-US" sz="1050" dirty="0">
              <a:latin typeface="Times New Roman" panose="02020603050405020304" pitchFamily="18" charset="0"/>
              <a:cs typeface="Times New Roman" panose="02020603050405020304" pitchFamily="18" charset="0"/>
            </a:endParaRPr>
          </a:p>
        </p:txBody>
      </p:sp>
      <p:sp>
        <p:nvSpPr>
          <p:cNvPr id="38" name="Shape 36">
            <a:extLst>
              <a:ext uri="{FF2B5EF4-FFF2-40B4-BE49-F238E27FC236}">
                <a16:creationId xmlns:a16="http://schemas.microsoft.com/office/drawing/2014/main" id="{442EC5F9-980E-7544-AEA8-8842FD47EE73}"/>
              </a:ext>
            </a:extLst>
          </p:cNvPr>
          <p:cNvSpPr/>
          <p:nvPr/>
        </p:nvSpPr>
        <p:spPr>
          <a:xfrm>
            <a:off x="5635592" y="5753983"/>
            <a:ext cx="5852160" cy="530352"/>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9" name="Text 37">
            <a:extLst>
              <a:ext uri="{FF2B5EF4-FFF2-40B4-BE49-F238E27FC236}">
                <a16:creationId xmlns:a16="http://schemas.microsoft.com/office/drawing/2014/main" id="{2A961DFD-2D89-74AE-808D-97DA166CB144}"/>
              </a:ext>
            </a:extLst>
          </p:cNvPr>
          <p:cNvSpPr/>
          <p:nvPr/>
        </p:nvSpPr>
        <p:spPr>
          <a:xfrm>
            <a:off x="5690456" y="5808847"/>
            <a:ext cx="5742432" cy="420624"/>
          </a:xfrm>
          <a:prstGeom prst="rect">
            <a:avLst/>
          </a:prstGeom>
          <a:noFill/>
          <a:ln/>
        </p:spPr>
        <p:txBody>
          <a:bodyPr wrap="square" lIns="0" tIns="0" rIns="0" bIns="0" rtlCol="0" anchor="ctr">
            <a:normAutofit/>
          </a:bodyPr>
          <a:lstStyle/>
          <a:p>
            <a:pPr marL="0" indent="0" algn="ctr">
              <a:buNone/>
            </a:pPr>
            <a:r>
              <a:rPr lang="en-US" sz="1050" dirty="0">
                <a:solidFill>
                  <a:srgbClr val="334155"/>
                </a:solidFill>
                <a:latin typeface="Times New Roman" panose="02020603050405020304" pitchFamily="18" charset="0"/>
                <a:cs typeface="Times New Roman" panose="02020603050405020304" pitchFamily="18" charset="0"/>
              </a:rPr>
              <a:t>Reuse precomputed KV caches for retrieved documents or overlapping contexts.</a:t>
            </a:r>
            <a:endParaRPr 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9572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564C-9561-30FD-9928-45E4B9808A27}"/>
            </a:ext>
          </a:extLst>
        </p:cNvPr>
        <p:cNvGrpSpPr/>
        <p:nvPr/>
      </p:nvGrpSpPr>
      <p:grpSpPr>
        <a:xfrm>
          <a:off x="0" y="0"/>
          <a:ext cx="0" cy="0"/>
          <a:chOff x="0" y="0"/>
          <a:chExt cx="0" cy="0"/>
        </a:xfrm>
      </p:grpSpPr>
      <p:sp>
        <p:nvSpPr>
          <p:cNvPr id="5" name="Текст 4">
            <a:extLst>
              <a:ext uri="{FF2B5EF4-FFF2-40B4-BE49-F238E27FC236}">
                <a16:creationId xmlns:a16="http://schemas.microsoft.com/office/drawing/2014/main" id="{0950F29B-E981-73B0-8670-385E2D4B0337}"/>
              </a:ext>
            </a:extLst>
          </p:cNvPr>
          <p:cNvSpPr txBox="1">
            <a:spLocks/>
          </p:cNvSpPr>
          <p:nvPr/>
        </p:nvSpPr>
        <p:spPr>
          <a:xfrm>
            <a:off x="1133528" y="502639"/>
            <a:ext cx="217454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3 - KV Cache Reuse</a:t>
            </a:r>
          </a:p>
        </p:txBody>
      </p:sp>
      <p:sp>
        <p:nvSpPr>
          <p:cNvPr id="2" name="Text 0">
            <a:extLst>
              <a:ext uri="{FF2B5EF4-FFF2-40B4-BE49-F238E27FC236}">
                <a16:creationId xmlns:a16="http://schemas.microsoft.com/office/drawing/2014/main" id="{F77EFB5A-49C4-0FAD-F24A-7B32C7E9DBDB}"/>
              </a:ext>
            </a:extLst>
          </p:cNvPr>
          <p:cNvSpPr/>
          <p:nvPr/>
        </p:nvSpPr>
        <p:spPr>
          <a:xfrm>
            <a:off x="653556" y="1081879"/>
            <a:ext cx="10972800" cy="411480"/>
          </a:xfrm>
          <a:prstGeom prst="rect">
            <a:avLst/>
          </a:prstGeom>
          <a:noFill/>
          <a:ln/>
        </p:spPr>
        <p:txBody>
          <a:bodyPr wrap="square" lIns="0" tIns="0" rIns="0" bIns="0" rtlCol="0" anchor="ctr"/>
          <a:lstStyle/>
          <a:p>
            <a:pPr marL="0" indent="0">
              <a:buNone/>
            </a:pP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System-Level KV Cache Reuse</a:t>
            </a:r>
            <a:endParaRPr lang="en-US" sz="24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7D39A04F-D8E1-FE8A-FF02-7BAF5D9D4F22}"/>
              </a:ext>
            </a:extLst>
          </p:cNvPr>
          <p:cNvSpPr/>
          <p:nvPr/>
        </p:nvSpPr>
        <p:spPr>
          <a:xfrm>
            <a:off x="680988" y="1502503"/>
            <a:ext cx="10698480" cy="320040"/>
          </a:xfrm>
          <a:prstGeom prst="rect">
            <a:avLst/>
          </a:prstGeom>
          <a:noFill/>
          <a:ln/>
        </p:spPr>
        <p:txBody>
          <a:bodyPr wrap="square" lIns="0" tIns="0" rIns="0" bIns="0" rtlCol="0" anchor="ctr"/>
          <a:lstStyle/>
          <a:p>
            <a:pPr marL="0" indent="0">
              <a:buNone/>
            </a:pPr>
            <a:r>
              <a:rPr lang="en-US" sz="1050" dirty="0">
                <a:solidFill>
                  <a:srgbClr val="64748B"/>
                </a:solidFill>
                <a:latin typeface="Times New Roman" panose="02020603050405020304" pitchFamily="18" charset="0"/>
                <a:cs typeface="Times New Roman" panose="02020603050405020304" pitchFamily="18" charset="0"/>
              </a:rPr>
              <a:t>Real serving requires moving and managing cache blocks across hardware and requests.</a:t>
            </a:r>
            <a:endParaRPr lang="en-US" sz="1050" dirty="0">
              <a:latin typeface="Times New Roman" panose="02020603050405020304" pitchFamily="18" charset="0"/>
              <a:cs typeface="Times New Roman" panose="02020603050405020304" pitchFamily="18" charset="0"/>
            </a:endParaRPr>
          </a:p>
        </p:txBody>
      </p:sp>
      <p:sp>
        <p:nvSpPr>
          <p:cNvPr id="4" name="Shape 3">
            <a:extLst>
              <a:ext uri="{FF2B5EF4-FFF2-40B4-BE49-F238E27FC236}">
                <a16:creationId xmlns:a16="http://schemas.microsoft.com/office/drawing/2014/main" id="{F31B7023-C58D-4CC0-7D22-404BC1313541}"/>
              </a:ext>
            </a:extLst>
          </p:cNvPr>
          <p:cNvSpPr/>
          <p:nvPr/>
        </p:nvSpPr>
        <p:spPr>
          <a:xfrm>
            <a:off x="909588" y="2023711"/>
            <a:ext cx="1920240" cy="914400"/>
          </a:xfrm>
          <a:prstGeom prst="roundRect">
            <a:avLst>
              <a:gd name="adj" fmla="val 8000"/>
            </a:avLst>
          </a:prstGeom>
          <a:solidFill>
            <a:srgbClr val="FEE2E2"/>
          </a:solidFill>
          <a:ln w="1270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204D0207-E6F7-93F3-6C11-30E0FFFAE80E}"/>
              </a:ext>
            </a:extLst>
          </p:cNvPr>
          <p:cNvSpPr/>
          <p:nvPr/>
        </p:nvSpPr>
        <p:spPr>
          <a:xfrm>
            <a:off x="982740" y="2096863"/>
            <a:ext cx="1773936" cy="7680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GPU HBM</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fast but scarce</a:t>
            </a:r>
            <a:endParaRPr lang="en-US" sz="1200" dirty="0">
              <a:latin typeface="Times New Roman" panose="02020603050405020304" pitchFamily="18" charset="0"/>
              <a:cs typeface="Times New Roman" panose="02020603050405020304" pitchFamily="18" charset="0"/>
            </a:endParaRPr>
          </a:p>
        </p:txBody>
      </p:sp>
      <p:sp>
        <p:nvSpPr>
          <p:cNvPr id="7" name="Shape 5">
            <a:extLst>
              <a:ext uri="{FF2B5EF4-FFF2-40B4-BE49-F238E27FC236}">
                <a16:creationId xmlns:a16="http://schemas.microsoft.com/office/drawing/2014/main" id="{DE183AF2-1B89-DD6D-4691-7B81F095696A}"/>
              </a:ext>
            </a:extLst>
          </p:cNvPr>
          <p:cNvSpPr/>
          <p:nvPr/>
        </p:nvSpPr>
        <p:spPr>
          <a:xfrm>
            <a:off x="2921268" y="2480911"/>
            <a:ext cx="68580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62C1FB06-0C98-39F7-95E1-A116A325A027}"/>
              </a:ext>
            </a:extLst>
          </p:cNvPr>
          <p:cNvSpPr/>
          <p:nvPr/>
        </p:nvSpPr>
        <p:spPr>
          <a:xfrm>
            <a:off x="3744228" y="2023711"/>
            <a:ext cx="1920240" cy="914400"/>
          </a:xfrm>
          <a:prstGeom prst="roundRect">
            <a:avLst>
              <a:gd name="adj" fmla="val 8000"/>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9D8D7FAC-E009-A6E1-5D32-9C52774DE84E}"/>
              </a:ext>
            </a:extLst>
          </p:cNvPr>
          <p:cNvSpPr/>
          <p:nvPr/>
        </p:nvSpPr>
        <p:spPr>
          <a:xfrm>
            <a:off x="3817380" y="2096863"/>
            <a:ext cx="1773936" cy="7680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CPU DRAM</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larger but slower</a:t>
            </a:r>
            <a:endParaRPr lang="en-US" sz="1200" dirty="0">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4B60B918-1120-C0B0-A7F0-CD19D3201D35}"/>
              </a:ext>
            </a:extLst>
          </p:cNvPr>
          <p:cNvSpPr/>
          <p:nvPr/>
        </p:nvSpPr>
        <p:spPr>
          <a:xfrm>
            <a:off x="5755908" y="2480911"/>
            <a:ext cx="68580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FF6B8214-EF41-12CC-FDC4-7DE18773C9AA}"/>
              </a:ext>
            </a:extLst>
          </p:cNvPr>
          <p:cNvSpPr/>
          <p:nvPr/>
        </p:nvSpPr>
        <p:spPr>
          <a:xfrm>
            <a:off x="6578868" y="2023711"/>
            <a:ext cx="2103120" cy="914400"/>
          </a:xfrm>
          <a:prstGeom prst="roundRect">
            <a:avLst>
              <a:gd name="adj" fmla="val 8000"/>
            </a:avLst>
          </a:prstGeom>
          <a:solidFill>
            <a:srgbClr val="DBEAFE"/>
          </a:solidFill>
          <a:ln w="12700">
            <a:solidFill>
              <a:srgbClr val="1D4ED8"/>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F3782EAA-B821-A3AA-2123-58F26BAC3736}"/>
              </a:ext>
            </a:extLst>
          </p:cNvPr>
          <p:cNvSpPr/>
          <p:nvPr/>
        </p:nvSpPr>
        <p:spPr>
          <a:xfrm>
            <a:off x="6652020" y="2096863"/>
            <a:ext cx="1956816" cy="7680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SSD / Object store</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huge but I/O-bound</a:t>
            </a:r>
            <a:endParaRPr lang="en-US" sz="1200" dirty="0">
              <a:latin typeface="Times New Roman" panose="02020603050405020304" pitchFamily="18" charset="0"/>
              <a:cs typeface="Times New Roman" panose="02020603050405020304" pitchFamily="18" charset="0"/>
            </a:endParaRPr>
          </a:p>
        </p:txBody>
      </p:sp>
      <p:sp>
        <p:nvSpPr>
          <p:cNvPr id="13" name="Shape 11">
            <a:extLst>
              <a:ext uri="{FF2B5EF4-FFF2-40B4-BE49-F238E27FC236}">
                <a16:creationId xmlns:a16="http://schemas.microsoft.com/office/drawing/2014/main" id="{E8E57BC4-5F59-E5CF-70C0-2D8AFA9B6307}"/>
              </a:ext>
            </a:extLst>
          </p:cNvPr>
          <p:cNvSpPr/>
          <p:nvPr/>
        </p:nvSpPr>
        <p:spPr>
          <a:xfrm>
            <a:off x="8819148" y="2480911"/>
            <a:ext cx="64008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14" name="Shape 12">
            <a:extLst>
              <a:ext uri="{FF2B5EF4-FFF2-40B4-BE49-F238E27FC236}">
                <a16:creationId xmlns:a16="http://schemas.microsoft.com/office/drawing/2014/main" id="{44EBAFA0-F4F0-3D39-21CF-A7790908647B}"/>
              </a:ext>
            </a:extLst>
          </p:cNvPr>
          <p:cNvSpPr/>
          <p:nvPr/>
        </p:nvSpPr>
        <p:spPr>
          <a:xfrm>
            <a:off x="9596388" y="2023711"/>
            <a:ext cx="1828800" cy="914400"/>
          </a:xfrm>
          <a:prstGeom prst="roundRect">
            <a:avLst>
              <a:gd name="adj" fmla="val 8000"/>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731B2EDA-0CAE-A515-2E8E-41227ADB2210}"/>
              </a:ext>
            </a:extLst>
          </p:cNvPr>
          <p:cNvSpPr/>
          <p:nvPr/>
        </p:nvSpPr>
        <p:spPr>
          <a:xfrm>
            <a:off x="9669540" y="2096863"/>
            <a:ext cx="1682496" cy="7680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Other engine</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0F172A"/>
                </a:solidFill>
                <a:latin typeface="Times New Roman" panose="02020603050405020304" pitchFamily="18" charset="0"/>
                <a:cs typeface="Times New Roman" panose="02020603050405020304" pitchFamily="18" charset="0"/>
              </a:rPr>
              <a:t>prefill/decode split</a:t>
            </a:r>
            <a:endParaRPr lang="en-US" sz="1200" dirty="0">
              <a:latin typeface="Times New Roman" panose="02020603050405020304" pitchFamily="18" charset="0"/>
              <a:cs typeface="Times New Roman" panose="02020603050405020304" pitchFamily="18" charset="0"/>
            </a:endParaRPr>
          </a:p>
        </p:txBody>
      </p:sp>
      <p:sp>
        <p:nvSpPr>
          <p:cNvPr id="16" name="Shape 14">
            <a:extLst>
              <a:ext uri="{FF2B5EF4-FFF2-40B4-BE49-F238E27FC236}">
                <a16:creationId xmlns:a16="http://schemas.microsoft.com/office/drawing/2014/main" id="{ED367E9D-42E8-F686-718F-8A75CF004AD6}"/>
              </a:ext>
            </a:extLst>
          </p:cNvPr>
          <p:cNvSpPr/>
          <p:nvPr/>
        </p:nvSpPr>
        <p:spPr>
          <a:xfrm>
            <a:off x="1143154" y="3523327"/>
            <a:ext cx="2926080" cy="548640"/>
          </a:xfrm>
          <a:prstGeom prst="rect">
            <a:avLst/>
          </a:prstGeom>
          <a:solidFill>
            <a:srgbClr val="D97706"/>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17" name="Text 15">
            <a:extLst>
              <a:ext uri="{FF2B5EF4-FFF2-40B4-BE49-F238E27FC236}">
                <a16:creationId xmlns:a16="http://schemas.microsoft.com/office/drawing/2014/main" id="{8238C7CE-E11A-F0BD-F864-D05D1B1ED80E}"/>
              </a:ext>
            </a:extLst>
          </p:cNvPr>
          <p:cNvSpPr/>
          <p:nvPr/>
        </p:nvSpPr>
        <p:spPr>
          <a:xfrm>
            <a:off x="1198018" y="3578191"/>
            <a:ext cx="2816352" cy="438912"/>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Times New Roman" panose="02020603050405020304" pitchFamily="18" charset="0"/>
                <a:cs typeface="Times New Roman" panose="02020603050405020304" pitchFamily="18" charset="0"/>
              </a:rPr>
              <a:t>Method / system</a:t>
            </a:r>
            <a:endParaRPr lang="en-US" sz="980" dirty="0">
              <a:latin typeface="Times New Roman" panose="02020603050405020304" pitchFamily="18" charset="0"/>
              <a:cs typeface="Times New Roman" panose="02020603050405020304" pitchFamily="18" charset="0"/>
            </a:endParaRPr>
          </a:p>
        </p:txBody>
      </p:sp>
      <p:sp>
        <p:nvSpPr>
          <p:cNvPr id="18" name="Shape 16">
            <a:extLst>
              <a:ext uri="{FF2B5EF4-FFF2-40B4-BE49-F238E27FC236}">
                <a16:creationId xmlns:a16="http://schemas.microsoft.com/office/drawing/2014/main" id="{1F15840A-7613-E468-C458-E6AB2D9B8DD3}"/>
              </a:ext>
            </a:extLst>
          </p:cNvPr>
          <p:cNvSpPr/>
          <p:nvPr/>
        </p:nvSpPr>
        <p:spPr>
          <a:xfrm>
            <a:off x="4069234" y="3523327"/>
            <a:ext cx="7269480" cy="548640"/>
          </a:xfrm>
          <a:prstGeom prst="rect">
            <a:avLst/>
          </a:prstGeom>
          <a:solidFill>
            <a:srgbClr val="D97706"/>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FCB89660-F2DA-2F6F-14A7-78C6B43BF6E6}"/>
              </a:ext>
            </a:extLst>
          </p:cNvPr>
          <p:cNvSpPr/>
          <p:nvPr/>
        </p:nvSpPr>
        <p:spPr>
          <a:xfrm>
            <a:off x="4124098" y="3578191"/>
            <a:ext cx="7159752" cy="438912"/>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Times New Roman" panose="02020603050405020304" pitchFamily="18" charset="0"/>
                <a:cs typeface="Times New Roman" panose="02020603050405020304" pitchFamily="18" charset="0"/>
              </a:rPr>
              <a:t>What it adds</a:t>
            </a:r>
            <a:endParaRPr lang="en-US" sz="980" dirty="0">
              <a:latin typeface="Times New Roman" panose="02020603050405020304" pitchFamily="18" charset="0"/>
              <a:cs typeface="Times New Roman" panose="02020603050405020304" pitchFamily="18" charset="0"/>
            </a:endParaRPr>
          </a:p>
        </p:txBody>
      </p:sp>
      <p:sp>
        <p:nvSpPr>
          <p:cNvPr id="20" name="Shape 18">
            <a:extLst>
              <a:ext uri="{FF2B5EF4-FFF2-40B4-BE49-F238E27FC236}">
                <a16:creationId xmlns:a16="http://schemas.microsoft.com/office/drawing/2014/main" id="{1595271C-CD45-AB14-0FA9-C423CA020182}"/>
              </a:ext>
            </a:extLst>
          </p:cNvPr>
          <p:cNvSpPr/>
          <p:nvPr/>
        </p:nvSpPr>
        <p:spPr>
          <a:xfrm>
            <a:off x="1143154" y="4071967"/>
            <a:ext cx="2926080" cy="548640"/>
          </a:xfrm>
          <a:prstGeom prst="rect">
            <a:avLst/>
          </a:prstGeom>
          <a:solidFill>
            <a:srgbClr val="FFFFFF"/>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21" name="Text 19">
            <a:extLst>
              <a:ext uri="{FF2B5EF4-FFF2-40B4-BE49-F238E27FC236}">
                <a16:creationId xmlns:a16="http://schemas.microsoft.com/office/drawing/2014/main" id="{FEA89F68-51A8-07E4-5F92-216CCB43E4F6}"/>
              </a:ext>
            </a:extLst>
          </p:cNvPr>
          <p:cNvSpPr/>
          <p:nvPr/>
        </p:nvSpPr>
        <p:spPr>
          <a:xfrm>
            <a:off x="1198018" y="4126831"/>
            <a:ext cx="28163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CacheGen</a:t>
            </a:r>
            <a:endParaRPr lang="en-US" sz="980" dirty="0">
              <a:latin typeface="Times New Roman" panose="02020603050405020304" pitchFamily="18" charset="0"/>
              <a:cs typeface="Times New Roman" panose="02020603050405020304" pitchFamily="18" charset="0"/>
            </a:endParaRPr>
          </a:p>
        </p:txBody>
      </p:sp>
      <p:sp>
        <p:nvSpPr>
          <p:cNvPr id="22" name="Shape 20">
            <a:extLst>
              <a:ext uri="{FF2B5EF4-FFF2-40B4-BE49-F238E27FC236}">
                <a16:creationId xmlns:a16="http://schemas.microsoft.com/office/drawing/2014/main" id="{424A8D38-82CE-FE3F-4637-EF2298DC7566}"/>
              </a:ext>
            </a:extLst>
          </p:cNvPr>
          <p:cNvSpPr/>
          <p:nvPr/>
        </p:nvSpPr>
        <p:spPr>
          <a:xfrm>
            <a:off x="4069234" y="4071967"/>
            <a:ext cx="7269480" cy="548640"/>
          </a:xfrm>
          <a:prstGeom prst="rect">
            <a:avLst/>
          </a:prstGeom>
          <a:solidFill>
            <a:srgbClr val="FFFFFF"/>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23" name="Text 21">
            <a:extLst>
              <a:ext uri="{FF2B5EF4-FFF2-40B4-BE49-F238E27FC236}">
                <a16:creationId xmlns:a16="http://schemas.microsoft.com/office/drawing/2014/main" id="{5E452F29-7FFE-7815-1814-2E79D9919F0E}"/>
              </a:ext>
            </a:extLst>
          </p:cNvPr>
          <p:cNvSpPr/>
          <p:nvPr/>
        </p:nvSpPr>
        <p:spPr>
          <a:xfrm>
            <a:off x="4124098" y="4126831"/>
            <a:ext cx="71597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Compress and stream KV cache for fast context loading.</a:t>
            </a:r>
            <a:endParaRPr lang="en-US" sz="980" dirty="0">
              <a:latin typeface="Times New Roman" panose="02020603050405020304" pitchFamily="18" charset="0"/>
              <a:cs typeface="Times New Roman" panose="02020603050405020304" pitchFamily="18" charset="0"/>
            </a:endParaRPr>
          </a:p>
        </p:txBody>
      </p:sp>
      <p:sp>
        <p:nvSpPr>
          <p:cNvPr id="24" name="Shape 22">
            <a:extLst>
              <a:ext uri="{FF2B5EF4-FFF2-40B4-BE49-F238E27FC236}">
                <a16:creationId xmlns:a16="http://schemas.microsoft.com/office/drawing/2014/main" id="{0A9C43EB-E0B7-3D02-2D78-71EBD0D64ACB}"/>
              </a:ext>
            </a:extLst>
          </p:cNvPr>
          <p:cNvSpPr/>
          <p:nvPr/>
        </p:nvSpPr>
        <p:spPr>
          <a:xfrm>
            <a:off x="1143154" y="4620607"/>
            <a:ext cx="2926080" cy="548640"/>
          </a:xfrm>
          <a:prstGeom prst="rect">
            <a:avLst/>
          </a:prstGeom>
          <a:solidFill>
            <a:srgbClr val="F8FAFC"/>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11B046B7-C2C2-0A23-C7C7-DCE58F09E789}"/>
              </a:ext>
            </a:extLst>
          </p:cNvPr>
          <p:cNvSpPr/>
          <p:nvPr/>
        </p:nvSpPr>
        <p:spPr>
          <a:xfrm>
            <a:off x="1198018" y="4675471"/>
            <a:ext cx="28163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LMCache</a:t>
            </a:r>
            <a:endParaRPr lang="en-US" sz="980" dirty="0">
              <a:latin typeface="Times New Roman" panose="02020603050405020304" pitchFamily="18" charset="0"/>
              <a:cs typeface="Times New Roman" panose="02020603050405020304" pitchFamily="18" charset="0"/>
            </a:endParaRPr>
          </a:p>
        </p:txBody>
      </p:sp>
      <p:sp>
        <p:nvSpPr>
          <p:cNvPr id="26" name="Shape 24">
            <a:extLst>
              <a:ext uri="{FF2B5EF4-FFF2-40B4-BE49-F238E27FC236}">
                <a16:creationId xmlns:a16="http://schemas.microsoft.com/office/drawing/2014/main" id="{D2386389-5CD6-EAFE-4D28-57911EA01DF6}"/>
              </a:ext>
            </a:extLst>
          </p:cNvPr>
          <p:cNvSpPr/>
          <p:nvPr/>
        </p:nvSpPr>
        <p:spPr>
          <a:xfrm>
            <a:off x="4069234" y="4620607"/>
            <a:ext cx="7269480" cy="548640"/>
          </a:xfrm>
          <a:prstGeom prst="rect">
            <a:avLst/>
          </a:prstGeom>
          <a:solidFill>
            <a:srgbClr val="F8FAFC"/>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27" name="Text 25">
            <a:extLst>
              <a:ext uri="{FF2B5EF4-FFF2-40B4-BE49-F238E27FC236}">
                <a16:creationId xmlns:a16="http://schemas.microsoft.com/office/drawing/2014/main" id="{614E355F-E69D-F0F4-FFEE-E552A05B7424}"/>
              </a:ext>
            </a:extLst>
          </p:cNvPr>
          <p:cNvSpPr/>
          <p:nvPr/>
        </p:nvSpPr>
        <p:spPr>
          <a:xfrm>
            <a:off x="4124098" y="4675471"/>
            <a:ext cx="71597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Store, move, and reuse KV caches across engines, queries, and memory tiers.</a:t>
            </a:r>
            <a:endParaRPr lang="en-US" sz="980" dirty="0">
              <a:latin typeface="Times New Roman" panose="02020603050405020304" pitchFamily="18" charset="0"/>
              <a:cs typeface="Times New Roman" panose="02020603050405020304" pitchFamily="18" charset="0"/>
            </a:endParaRPr>
          </a:p>
        </p:txBody>
      </p:sp>
      <p:sp>
        <p:nvSpPr>
          <p:cNvPr id="28" name="Shape 26">
            <a:extLst>
              <a:ext uri="{FF2B5EF4-FFF2-40B4-BE49-F238E27FC236}">
                <a16:creationId xmlns:a16="http://schemas.microsoft.com/office/drawing/2014/main" id="{207B1794-AEEC-32BF-0A06-0063022CA42C}"/>
              </a:ext>
            </a:extLst>
          </p:cNvPr>
          <p:cNvSpPr/>
          <p:nvPr/>
        </p:nvSpPr>
        <p:spPr>
          <a:xfrm>
            <a:off x="1143154" y="5169247"/>
            <a:ext cx="2926080" cy="548640"/>
          </a:xfrm>
          <a:prstGeom prst="rect">
            <a:avLst/>
          </a:prstGeom>
          <a:solidFill>
            <a:srgbClr val="FFFFFF"/>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29" name="Text 27">
            <a:extLst>
              <a:ext uri="{FF2B5EF4-FFF2-40B4-BE49-F238E27FC236}">
                <a16:creationId xmlns:a16="http://schemas.microsoft.com/office/drawing/2014/main" id="{458DF95A-5C19-365B-FCA6-B41E65481810}"/>
              </a:ext>
            </a:extLst>
          </p:cNvPr>
          <p:cNvSpPr/>
          <p:nvPr/>
        </p:nvSpPr>
        <p:spPr>
          <a:xfrm>
            <a:off x="1198018" y="5224111"/>
            <a:ext cx="28163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TensorRT-LLM KV cache reuse</a:t>
            </a:r>
            <a:endParaRPr lang="en-US" sz="980" dirty="0">
              <a:latin typeface="Times New Roman" panose="02020603050405020304" pitchFamily="18" charset="0"/>
              <a:cs typeface="Times New Roman" panose="02020603050405020304" pitchFamily="18" charset="0"/>
            </a:endParaRPr>
          </a:p>
        </p:txBody>
      </p:sp>
      <p:sp>
        <p:nvSpPr>
          <p:cNvPr id="30" name="Shape 28">
            <a:extLst>
              <a:ext uri="{FF2B5EF4-FFF2-40B4-BE49-F238E27FC236}">
                <a16:creationId xmlns:a16="http://schemas.microsoft.com/office/drawing/2014/main" id="{B8CB2C04-7436-14E1-E815-8E4E35E81958}"/>
              </a:ext>
            </a:extLst>
          </p:cNvPr>
          <p:cNvSpPr/>
          <p:nvPr/>
        </p:nvSpPr>
        <p:spPr>
          <a:xfrm>
            <a:off x="4069234" y="5169247"/>
            <a:ext cx="7269480" cy="548640"/>
          </a:xfrm>
          <a:prstGeom prst="rect">
            <a:avLst/>
          </a:prstGeom>
          <a:solidFill>
            <a:srgbClr val="FFFFFF"/>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31" name="Text 29">
            <a:extLst>
              <a:ext uri="{FF2B5EF4-FFF2-40B4-BE49-F238E27FC236}">
                <a16:creationId xmlns:a16="http://schemas.microsoft.com/office/drawing/2014/main" id="{47E5A6BD-0F59-826E-E312-80F8B71EB7AA}"/>
              </a:ext>
            </a:extLst>
          </p:cNvPr>
          <p:cNvSpPr/>
          <p:nvPr/>
        </p:nvSpPr>
        <p:spPr>
          <a:xfrm>
            <a:off x="4124098" y="5224111"/>
            <a:ext cx="71597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Share cache pages for requests starting with the same prompt.</a:t>
            </a:r>
            <a:endParaRPr lang="en-US" sz="980" dirty="0">
              <a:latin typeface="Times New Roman" panose="02020603050405020304" pitchFamily="18" charset="0"/>
              <a:cs typeface="Times New Roman" panose="02020603050405020304" pitchFamily="18" charset="0"/>
            </a:endParaRPr>
          </a:p>
        </p:txBody>
      </p:sp>
      <p:sp>
        <p:nvSpPr>
          <p:cNvPr id="32" name="Shape 30">
            <a:extLst>
              <a:ext uri="{FF2B5EF4-FFF2-40B4-BE49-F238E27FC236}">
                <a16:creationId xmlns:a16="http://schemas.microsoft.com/office/drawing/2014/main" id="{F0CF3DE1-FAEA-7356-CA9C-DD37FBDFCA62}"/>
              </a:ext>
            </a:extLst>
          </p:cNvPr>
          <p:cNvSpPr/>
          <p:nvPr/>
        </p:nvSpPr>
        <p:spPr>
          <a:xfrm>
            <a:off x="1143154" y="5717887"/>
            <a:ext cx="2926080" cy="548640"/>
          </a:xfrm>
          <a:prstGeom prst="rect">
            <a:avLst/>
          </a:prstGeom>
          <a:solidFill>
            <a:srgbClr val="F8FAFC"/>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33" name="Text 31">
            <a:extLst>
              <a:ext uri="{FF2B5EF4-FFF2-40B4-BE49-F238E27FC236}">
                <a16:creationId xmlns:a16="http://schemas.microsoft.com/office/drawing/2014/main" id="{AAD86B72-D866-D1D4-4963-31A879B5225B}"/>
              </a:ext>
            </a:extLst>
          </p:cNvPr>
          <p:cNvSpPr/>
          <p:nvPr/>
        </p:nvSpPr>
        <p:spPr>
          <a:xfrm>
            <a:off x="1198018" y="5772751"/>
            <a:ext cx="28163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vLLM Automatic Prefix Caching</a:t>
            </a:r>
            <a:endParaRPr lang="en-US" sz="980" dirty="0">
              <a:latin typeface="Times New Roman" panose="02020603050405020304" pitchFamily="18" charset="0"/>
              <a:cs typeface="Times New Roman" panose="02020603050405020304" pitchFamily="18" charset="0"/>
            </a:endParaRPr>
          </a:p>
        </p:txBody>
      </p:sp>
      <p:sp>
        <p:nvSpPr>
          <p:cNvPr id="34" name="Shape 32">
            <a:extLst>
              <a:ext uri="{FF2B5EF4-FFF2-40B4-BE49-F238E27FC236}">
                <a16:creationId xmlns:a16="http://schemas.microsoft.com/office/drawing/2014/main" id="{D2413877-9E37-0590-7C1C-17743165B5C5}"/>
              </a:ext>
            </a:extLst>
          </p:cNvPr>
          <p:cNvSpPr/>
          <p:nvPr/>
        </p:nvSpPr>
        <p:spPr>
          <a:xfrm>
            <a:off x="4069234" y="5717887"/>
            <a:ext cx="7269480" cy="548640"/>
          </a:xfrm>
          <a:prstGeom prst="rect">
            <a:avLst/>
          </a:prstGeom>
          <a:solidFill>
            <a:srgbClr val="F8FAFC"/>
          </a:solidFill>
          <a:ln w="7620">
            <a:solidFill>
              <a:srgbClr val="CBD5E1"/>
            </a:solidFill>
            <a:prstDash val="solid"/>
          </a:ln>
        </p:spPr>
        <p:txBody>
          <a:bodyPr/>
          <a:lstStyle/>
          <a:p>
            <a:pPr algn="ctr"/>
            <a:endParaRPr lang="en-CN">
              <a:latin typeface="Times New Roman" panose="02020603050405020304" pitchFamily="18" charset="0"/>
              <a:cs typeface="Times New Roman" panose="02020603050405020304" pitchFamily="18" charset="0"/>
            </a:endParaRPr>
          </a:p>
        </p:txBody>
      </p:sp>
      <p:sp>
        <p:nvSpPr>
          <p:cNvPr id="35" name="Text 33">
            <a:extLst>
              <a:ext uri="{FF2B5EF4-FFF2-40B4-BE49-F238E27FC236}">
                <a16:creationId xmlns:a16="http://schemas.microsoft.com/office/drawing/2014/main" id="{FFB32510-FB9D-E09A-746D-8F5D77777FBD}"/>
              </a:ext>
            </a:extLst>
          </p:cNvPr>
          <p:cNvSpPr/>
          <p:nvPr/>
        </p:nvSpPr>
        <p:spPr>
          <a:xfrm>
            <a:off x="4124098" y="5772751"/>
            <a:ext cx="7159752" cy="438912"/>
          </a:xfrm>
          <a:prstGeom prst="rect">
            <a:avLst/>
          </a:prstGeom>
          <a:noFill/>
          <a:ln/>
        </p:spPr>
        <p:txBody>
          <a:bodyPr wrap="square" lIns="0" tIns="0" rIns="0" bIns="0" rtlCol="0" anchor="ctr">
            <a:normAutofit/>
          </a:bodyPr>
          <a:lstStyle/>
          <a:p>
            <a:pPr marL="0" indent="0" algn="ctr">
              <a:buNone/>
            </a:pPr>
            <a:r>
              <a:rPr lang="en-US" sz="980" dirty="0">
                <a:solidFill>
                  <a:srgbClr val="334155"/>
                </a:solidFill>
                <a:latin typeface="Times New Roman" panose="02020603050405020304" pitchFamily="18" charset="0"/>
                <a:cs typeface="Times New Roman" panose="02020603050405020304" pitchFamily="18" charset="0"/>
              </a:rPr>
              <a:t>Hash-based block reuse for shared prefixes.</a:t>
            </a:r>
            <a:endParaRPr lang="en-US" sz="98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9893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25CA7-D5F5-4C4D-8CE5-32F27A7308CD}"/>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1A4E4703-C0F9-E7C9-2242-C444398EACCB}"/>
              </a:ext>
            </a:extLst>
          </p:cNvPr>
          <p:cNvSpPr txBox="1">
            <a:spLocks/>
          </p:cNvSpPr>
          <p:nvPr/>
        </p:nvSpPr>
        <p:spPr>
          <a:xfrm>
            <a:off x="1133528" y="502639"/>
            <a:ext cx="3255592"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4 - Cross-Layer Sharing</a:t>
            </a:r>
          </a:p>
        </p:txBody>
      </p:sp>
      <p:sp>
        <p:nvSpPr>
          <p:cNvPr id="2" name="Text 1">
            <a:extLst>
              <a:ext uri="{FF2B5EF4-FFF2-40B4-BE49-F238E27FC236}">
                <a16:creationId xmlns:a16="http://schemas.microsoft.com/office/drawing/2014/main" id="{52FC8237-9701-EB32-C33A-487166453DD2}"/>
              </a:ext>
            </a:extLst>
          </p:cNvPr>
          <p:cNvSpPr/>
          <p:nvPr/>
        </p:nvSpPr>
        <p:spPr>
          <a:xfrm>
            <a:off x="756386" y="1201714"/>
            <a:ext cx="10698480" cy="320040"/>
          </a:xfrm>
          <a:prstGeom prst="rect">
            <a:avLst/>
          </a:prstGeom>
          <a:noFill/>
          <a:ln/>
        </p:spPr>
        <p:txBody>
          <a:bodyPr wrap="square" lIns="0" tIns="0" rIns="0" bIns="0" rtlCol="0" anchor="ctr"/>
          <a:lstStyle/>
          <a:p>
            <a:pPr indent="0">
              <a:buNone/>
            </a:pPr>
            <a:r>
              <a:rPr lang="en-US" dirty="0">
                <a:latin typeface="HSE Sans" panose="02000000000000000000" pitchFamily="2" charset="0"/>
              </a:rPr>
              <a:t>Instead of storing K/V independently for every layer, reuse or reconstruct them across layers.</a:t>
            </a:r>
          </a:p>
        </p:txBody>
      </p:sp>
      <p:sp>
        <p:nvSpPr>
          <p:cNvPr id="3" name="Shape 3">
            <a:extLst>
              <a:ext uri="{FF2B5EF4-FFF2-40B4-BE49-F238E27FC236}">
                <a16:creationId xmlns:a16="http://schemas.microsoft.com/office/drawing/2014/main" id="{8C4CE91B-4D40-5CB9-AABB-24D632E441F3}"/>
              </a:ext>
            </a:extLst>
          </p:cNvPr>
          <p:cNvSpPr/>
          <p:nvPr/>
        </p:nvSpPr>
        <p:spPr>
          <a:xfrm>
            <a:off x="1150219" y="1677202"/>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 name="Text 4">
            <a:extLst>
              <a:ext uri="{FF2B5EF4-FFF2-40B4-BE49-F238E27FC236}">
                <a16:creationId xmlns:a16="http://schemas.microsoft.com/office/drawing/2014/main" id="{B0A681BD-343D-253A-134D-DF5F276BBBB2}"/>
              </a:ext>
            </a:extLst>
          </p:cNvPr>
          <p:cNvSpPr/>
          <p:nvPr/>
        </p:nvSpPr>
        <p:spPr>
          <a:xfrm>
            <a:off x="1223371" y="1750354"/>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1</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5" name="Shape 5">
            <a:extLst>
              <a:ext uri="{FF2B5EF4-FFF2-40B4-BE49-F238E27FC236}">
                <a16:creationId xmlns:a16="http://schemas.microsoft.com/office/drawing/2014/main" id="{3B50D1BE-F163-5AF6-E339-5A2F2806F9D4}"/>
              </a:ext>
            </a:extLst>
          </p:cNvPr>
          <p:cNvSpPr/>
          <p:nvPr/>
        </p:nvSpPr>
        <p:spPr>
          <a:xfrm>
            <a:off x="4533499" y="1677202"/>
            <a:ext cx="1417320" cy="411480"/>
          </a:xfrm>
          <a:prstGeom prst="roundRect">
            <a:avLst>
              <a:gd name="adj" fmla="val 17778"/>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AA6A6177-018B-BFDF-131D-8172C894AB2C}"/>
              </a:ext>
            </a:extLst>
          </p:cNvPr>
          <p:cNvSpPr/>
          <p:nvPr/>
        </p:nvSpPr>
        <p:spPr>
          <a:xfrm>
            <a:off x="4606651" y="1750354"/>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1</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8" name="Shape 7">
            <a:extLst>
              <a:ext uri="{FF2B5EF4-FFF2-40B4-BE49-F238E27FC236}">
                <a16:creationId xmlns:a16="http://schemas.microsoft.com/office/drawing/2014/main" id="{44123E31-6A22-4769-C2B1-286817310F56}"/>
              </a:ext>
            </a:extLst>
          </p:cNvPr>
          <p:cNvSpPr/>
          <p:nvPr/>
        </p:nvSpPr>
        <p:spPr>
          <a:xfrm>
            <a:off x="1150219" y="2244130"/>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9" name="Text 8">
            <a:extLst>
              <a:ext uri="{FF2B5EF4-FFF2-40B4-BE49-F238E27FC236}">
                <a16:creationId xmlns:a16="http://schemas.microsoft.com/office/drawing/2014/main" id="{38C90944-B5A1-29FF-4DD5-3006D88AF58E}"/>
              </a:ext>
            </a:extLst>
          </p:cNvPr>
          <p:cNvSpPr/>
          <p:nvPr/>
        </p:nvSpPr>
        <p:spPr>
          <a:xfrm>
            <a:off x="1223371" y="2317282"/>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2</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10" name="Shape 9">
            <a:extLst>
              <a:ext uri="{FF2B5EF4-FFF2-40B4-BE49-F238E27FC236}">
                <a16:creationId xmlns:a16="http://schemas.microsoft.com/office/drawing/2014/main" id="{8F6CB9A3-BB8B-2F70-A48A-6908F89848DE}"/>
              </a:ext>
            </a:extLst>
          </p:cNvPr>
          <p:cNvSpPr/>
          <p:nvPr/>
        </p:nvSpPr>
        <p:spPr>
          <a:xfrm>
            <a:off x="4533499" y="2244130"/>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1" name="Text 10">
            <a:extLst>
              <a:ext uri="{FF2B5EF4-FFF2-40B4-BE49-F238E27FC236}">
                <a16:creationId xmlns:a16="http://schemas.microsoft.com/office/drawing/2014/main" id="{821BD594-DBB8-D77B-9E54-58102F760EB3}"/>
              </a:ext>
            </a:extLst>
          </p:cNvPr>
          <p:cNvSpPr/>
          <p:nvPr/>
        </p:nvSpPr>
        <p:spPr>
          <a:xfrm>
            <a:off x="4606651" y="2317282"/>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2</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12" name="Shape 11">
            <a:extLst>
              <a:ext uri="{FF2B5EF4-FFF2-40B4-BE49-F238E27FC236}">
                <a16:creationId xmlns:a16="http://schemas.microsoft.com/office/drawing/2014/main" id="{C1FE76B7-575E-DEDD-C42B-A71A5DBBFF0C}"/>
              </a:ext>
            </a:extLst>
          </p:cNvPr>
          <p:cNvSpPr/>
          <p:nvPr/>
        </p:nvSpPr>
        <p:spPr>
          <a:xfrm>
            <a:off x="1150219" y="2811058"/>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3" name="Text 12">
            <a:extLst>
              <a:ext uri="{FF2B5EF4-FFF2-40B4-BE49-F238E27FC236}">
                <a16:creationId xmlns:a16="http://schemas.microsoft.com/office/drawing/2014/main" id="{1458142F-BF54-6C9C-FB5F-6EAC584C4B6B}"/>
              </a:ext>
            </a:extLst>
          </p:cNvPr>
          <p:cNvSpPr/>
          <p:nvPr/>
        </p:nvSpPr>
        <p:spPr>
          <a:xfrm>
            <a:off x="1223371" y="2884210"/>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3</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14" name="Shape 13">
            <a:extLst>
              <a:ext uri="{FF2B5EF4-FFF2-40B4-BE49-F238E27FC236}">
                <a16:creationId xmlns:a16="http://schemas.microsoft.com/office/drawing/2014/main" id="{AD093C5E-5B95-6E3E-7B62-63851CEA20B1}"/>
              </a:ext>
            </a:extLst>
          </p:cNvPr>
          <p:cNvSpPr/>
          <p:nvPr/>
        </p:nvSpPr>
        <p:spPr>
          <a:xfrm>
            <a:off x="4533499" y="2811058"/>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5" name="Text 14">
            <a:extLst>
              <a:ext uri="{FF2B5EF4-FFF2-40B4-BE49-F238E27FC236}">
                <a16:creationId xmlns:a16="http://schemas.microsoft.com/office/drawing/2014/main" id="{0E44C2E7-9483-989C-229C-1DF28996DBC1}"/>
              </a:ext>
            </a:extLst>
          </p:cNvPr>
          <p:cNvSpPr/>
          <p:nvPr/>
        </p:nvSpPr>
        <p:spPr>
          <a:xfrm>
            <a:off x="4606651" y="2884210"/>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3</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16" name="Shape 15">
            <a:extLst>
              <a:ext uri="{FF2B5EF4-FFF2-40B4-BE49-F238E27FC236}">
                <a16:creationId xmlns:a16="http://schemas.microsoft.com/office/drawing/2014/main" id="{D3C53A18-11FD-5AD7-83B5-671C6AD73877}"/>
              </a:ext>
            </a:extLst>
          </p:cNvPr>
          <p:cNvSpPr/>
          <p:nvPr/>
        </p:nvSpPr>
        <p:spPr>
          <a:xfrm>
            <a:off x="1150219" y="3377986"/>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7" name="Text 16">
            <a:extLst>
              <a:ext uri="{FF2B5EF4-FFF2-40B4-BE49-F238E27FC236}">
                <a16:creationId xmlns:a16="http://schemas.microsoft.com/office/drawing/2014/main" id="{DED5AF0A-FFEC-DC22-C307-5AF619103FF9}"/>
              </a:ext>
            </a:extLst>
          </p:cNvPr>
          <p:cNvSpPr/>
          <p:nvPr/>
        </p:nvSpPr>
        <p:spPr>
          <a:xfrm>
            <a:off x="1223371" y="3451138"/>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4</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18" name="Shape 17">
            <a:extLst>
              <a:ext uri="{FF2B5EF4-FFF2-40B4-BE49-F238E27FC236}">
                <a16:creationId xmlns:a16="http://schemas.microsoft.com/office/drawing/2014/main" id="{1B68B0E4-7B56-FEAE-76CB-ED68DC7C2A47}"/>
              </a:ext>
            </a:extLst>
          </p:cNvPr>
          <p:cNvSpPr/>
          <p:nvPr/>
        </p:nvSpPr>
        <p:spPr>
          <a:xfrm>
            <a:off x="4533499" y="3377986"/>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19" name="Text 18">
            <a:extLst>
              <a:ext uri="{FF2B5EF4-FFF2-40B4-BE49-F238E27FC236}">
                <a16:creationId xmlns:a16="http://schemas.microsoft.com/office/drawing/2014/main" id="{799670EF-FFE1-0B95-D699-05BABAB55BB9}"/>
              </a:ext>
            </a:extLst>
          </p:cNvPr>
          <p:cNvSpPr/>
          <p:nvPr/>
        </p:nvSpPr>
        <p:spPr>
          <a:xfrm>
            <a:off x="4606651" y="3451138"/>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4</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20" name="Shape 19">
            <a:extLst>
              <a:ext uri="{FF2B5EF4-FFF2-40B4-BE49-F238E27FC236}">
                <a16:creationId xmlns:a16="http://schemas.microsoft.com/office/drawing/2014/main" id="{BF235F04-71C3-F945-F8D0-BD19E1EFC6AD}"/>
              </a:ext>
            </a:extLst>
          </p:cNvPr>
          <p:cNvSpPr/>
          <p:nvPr/>
        </p:nvSpPr>
        <p:spPr>
          <a:xfrm>
            <a:off x="1150219" y="3944914"/>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21" name="Text 20">
            <a:extLst>
              <a:ext uri="{FF2B5EF4-FFF2-40B4-BE49-F238E27FC236}">
                <a16:creationId xmlns:a16="http://schemas.microsoft.com/office/drawing/2014/main" id="{BAB6BB9A-3A7C-F0E8-4DC9-8BD61655B9FE}"/>
              </a:ext>
            </a:extLst>
          </p:cNvPr>
          <p:cNvSpPr/>
          <p:nvPr/>
        </p:nvSpPr>
        <p:spPr>
          <a:xfrm>
            <a:off x="1223371" y="4018066"/>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5</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22" name="Shape 21">
            <a:extLst>
              <a:ext uri="{FF2B5EF4-FFF2-40B4-BE49-F238E27FC236}">
                <a16:creationId xmlns:a16="http://schemas.microsoft.com/office/drawing/2014/main" id="{F3DBE908-7648-9F95-27CC-5C043ADDE3DF}"/>
              </a:ext>
            </a:extLst>
          </p:cNvPr>
          <p:cNvSpPr/>
          <p:nvPr/>
        </p:nvSpPr>
        <p:spPr>
          <a:xfrm>
            <a:off x="4533499" y="3944914"/>
            <a:ext cx="1417320" cy="411480"/>
          </a:xfrm>
          <a:prstGeom prst="roundRect">
            <a:avLst>
              <a:gd name="adj" fmla="val 17778"/>
            </a:avLst>
          </a:prstGeom>
          <a:solidFill>
            <a:srgbClr val="FFFFFF"/>
          </a:solid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23" name="Text 22">
            <a:extLst>
              <a:ext uri="{FF2B5EF4-FFF2-40B4-BE49-F238E27FC236}">
                <a16:creationId xmlns:a16="http://schemas.microsoft.com/office/drawing/2014/main" id="{30806310-B858-9345-0154-3094BCCF90DE}"/>
              </a:ext>
            </a:extLst>
          </p:cNvPr>
          <p:cNvSpPr/>
          <p:nvPr/>
        </p:nvSpPr>
        <p:spPr>
          <a:xfrm>
            <a:off x="4606651" y="4018066"/>
            <a:ext cx="1271016" cy="265176"/>
          </a:xfrm>
          <a:prstGeom prst="rect">
            <a:avLst/>
          </a:prstGeom>
          <a:noFill/>
          <a:ln/>
        </p:spPr>
        <p:txBody>
          <a:bodyPr wrap="square" lIns="0" tIns="0" rIns="0" bIns="0" rtlCol="0" anchor="ctr">
            <a:normAutofit lnSpcReduction="10000"/>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Layer 5</a:t>
            </a:r>
            <a:endParaRPr lang="en-US" sz="950" dirty="0">
              <a:latin typeface="Times New Roman" panose="02020603050405020304" pitchFamily="18" charset="0"/>
              <a:cs typeface="Times New Roman" panose="02020603050405020304" pitchFamily="18" charset="0"/>
            </a:endParaRPr>
          </a:p>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K/V</a:t>
            </a:r>
            <a:endParaRPr lang="en-US" sz="950" dirty="0">
              <a:latin typeface="Times New Roman" panose="02020603050405020304" pitchFamily="18" charset="0"/>
              <a:cs typeface="Times New Roman" panose="02020603050405020304" pitchFamily="18" charset="0"/>
            </a:endParaRPr>
          </a:p>
        </p:txBody>
      </p:sp>
      <p:sp>
        <p:nvSpPr>
          <p:cNvPr id="24" name="Shape 23">
            <a:extLst>
              <a:ext uri="{FF2B5EF4-FFF2-40B4-BE49-F238E27FC236}">
                <a16:creationId xmlns:a16="http://schemas.microsoft.com/office/drawing/2014/main" id="{66399E2F-F867-7D6F-33BA-9F9C4E939409}"/>
              </a:ext>
            </a:extLst>
          </p:cNvPr>
          <p:cNvSpPr/>
          <p:nvPr/>
        </p:nvSpPr>
        <p:spPr>
          <a:xfrm>
            <a:off x="3526696" y="1590094"/>
            <a:ext cx="0" cy="3063240"/>
          </a:xfrm>
          <a:prstGeom prst="line">
            <a:avLst/>
          </a:prstGeom>
          <a:noFill/>
          <a:ln w="12700">
            <a:solidFill>
              <a:srgbClr val="CBD5E1"/>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25" name="Text 24">
            <a:extLst>
              <a:ext uri="{FF2B5EF4-FFF2-40B4-BE49-F238E27FC236}">
                <a16:creationId xmlns:a16="http://schemas.microsoft.com/office/drawing/2014/main" id="{630662F2-0EC3-ABEB-CC90-4898D50DE97A}"/>
              </a:ext>
            </a:extLst>
          </p:cNvPr>
          <p:cNvSpPr/>
          <p:nvPr/>
        </p:nvSpPr>
        <p:spPr>
          <a:xfrm>
            <a:off x="894187" y="4694722"/>
            <a:ext cx="3017520" cy="228600"/>
          </a:xfrm>
          <a:prstGeom prst="rect">
            <a:avLst/>
          </a:prstGeom>
          <a:noFill/>
          <a:ln/>
        </p:spPr>
        <p:txBody>
          <a:bodyPr wrap="square" lIns="0" tIns="0" rIns="0" bIns="0" rtlCol="0" anchor="ctr"/>
          <a:lstStyle/>
          <a:p>
            <a:pPr marL="0" indent="0">
              <a:buNone/>
            </a:pPr>
            <a:r>
              <a:rPr lang="en-US" sz="1050" b="1" dirty="0">
                <a:solidFill>
                  <a:srgbClr val="334155"/>
                </a:solidFill>
                <a:latin typeface="Times New Roman" panose="02020603050405020304" pitchFamily="18" charset="0"/>
                <a:cs typeface="Times New Roman" panose="02020603050405020304" pitchFamily="18" charset="0"/>
              </a:rPr>
              <a:t>Naive: every layer stores its own K/V</a:t>
            </a:r>
            <a:endParaRPr lang="en-US" sz="1050" dirty="0">
              <a:latin typeface="Times New Roman" panose="02020603050405020304" pitchFamily="18" charset="0"/>
              <a:cs typeface="Times New Roman" panose="02020603050405020304" pitchFamily="18" charset="0"/>
            </a:endParaRPr>
          </a:p>
        </p:txBody>
      </p:sp>
      <p:sp>
        <p:nvSpPr>
          <p:cNvPr id="29" name="Shape 28">
            <a:extLst>
              <a:ext uri="{FF2B5EF4-FFF2-40B4-BE49-F238E27FC236}">
                <a16:creationId xmlns:a16="http://schemas.microsoft.com/office/drawing/2014/main" id="{27E2AA98-8A54-597B-7C9B-96FF3C2DB20F}"/>
              </a:ext>
            </a:extLst>
          </p:cNvPr>
          <p:cNvSpPr/>
          <p:nvPr/>
        </p:nvSpPr>
        <p:spPr>
          <a:xfrm>
            <a:off x="7093819" y="2500162"/>
            <a:ext cx="2560320" cy="914400"/>
          </a:xfrm>
          <a:prstGeom prst="roundRect">
            <a:avLst>
              <a:gd name="adj" fmla="val 8000"/>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30" name="Text 29">
            <a:extLst>
              <a:ext uri="{FF2B5EF4-FFF2-40B4-BE49-F238E27FC236}">
                <a16:creationId xmlns:a16="http://schemas.microsoft.com/office/drawing/2014/main" id="{87A69BBA-263C-BB0E-A584-350CDB454158}"/>
              </a:ext>
            </a:extLst>
          </p:cNvPr>
          <p:cNvSpPr/>
          <p:nvPr/>
        </p:nvSpPr>
        <p:spPr>
          <a:xfrm>
            <a:off x="7166971" y="2573314"/>
            <a:ext cx="2414016" cy="768096"/>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Reuse / reconstruct</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0F172A"/>
                </a:solidFill>
                <a:latin typeface="Times New Roman" panose="02020603050405020304" pitchFamily="18" charset="0"/>
                <a:cs typeface="Times New Roman" panose="02020603050405020304" pitchFamily="18" charset="0"/>
              </a:rPr>
              <a:t>for later layers</a:t>
            </a:r>
            <a:endParaRPr lang="en-US" sz="1300" dirty="0">
              <a:latin typeface="Times New Roman" panose="02020603050405020304" pitchFamily="18" charset="0"/>
              <a:cs typeface="Times New Roman" panose="02020603050405020304" pitchFamily="18" charset="0"/>
            </a:endParaRPr>
          </a:p>
        </p:txBody>
      </p:sp>
      <p:sp>
        <p:nvSpPr>
          <p:cNvPr id="31" name="Text 30">
            <a:extLst>
              <a:ext uri="{FF2B5EF4-FFF2-40B4-BE49-F238E27FC236}">
                <a16:creationId xmlns:a16="http://schemas.microsoft.com/office/drawing/2014/main" id="{3180D2D5-6E7E-D73B-9631-9AE3EE60CC8D}"/>
              </a:ext>
            </a:extLst>
          </p:cNvPr>
          <p:cNvSpPr/>
          <p:nvPr/>
        </p:nvSpPr>
        <p:spPr>
          <a:xfrm>
            <a:off x="5332396" y="4694722"/>
            <a:ext cx="5577840" cy="228600"/>
          </a:xfrm>
          <a:prstGeom prst="rect">
            <a:avLst/>
          </a:prstGeom>
          <a:noFill/>
          <a:ln/>
        </p:spPr>
        <p:txBody>
          <a:bodyPr wrap="square" lIns="0" tIns="0" rIns="0" bIns="0" rtlCol="0" anchor="ctr"/>
          <a:lstStyle/>
          <a:p>
            <a:pPr marL="0" indent="0">
              <a:buNone/>
            </a:pPr>
            <a:r>
              <a:rPr lang="en-US" sz="1050" b="1" dirty="0">
                <a:solidFill>
                  <a:srgbClr val="334155"/>
                </a:solidFill>
                <a:latin typeface="Times New Roman" panose="02020603050405020304" pitchFamily="18" charset="0"/>
                <a:cs typeface="Times New Roman" panose="02020603050405020304" pitchFamily="18" charset="0"/>
              </a:rPr>
              <a:t>Cross-layer sharing: exploit similarity/redundancy between layers</a:t>
            </a:r>
            <a:endParaRPr lang="en-US" sz="1050" dirty="0">
              <a:latin typeface="Times New Roman" panose="02020603050405020304" pitchFamily="18" charset="0"/>
              <a:cs typeface="Times New Roman" panose="02020603050405020304" pitchFamily="18" charset="0"/>
            </a:endParaRPr>
          </a:p>
        </p:txBody>
      </p:sp>
      <p:cxnSp>
        <p:nvCxnSpPr>
          <p:cNvPr id="33" name="Curved Connector 32">
            <a:extLst>
              <a:ext uri="{FF2B5EF4-FFF2-40B4-BE49-F238E27FC236}">
                <a16:creationId xmlns:a16="http://schemas.microsoft.com/office/drawing/2014/main" id="{259C72D0-FACD-C452-846A-8CA522F7BB22}"/>
              </a:ext>
            </a:extLst>
          </p:cNvPr>
          <p:cNvCxnSpPr>
            <a:stCxn id="5" idx="1"/>
            <a:endCxn id="10" idx="1"/>
          </p:cNvCxnSpPr>
          <p:nvPr/>
        </p:nvCxnSpPr>
        <p:spPr>
          <a:xfrm rot="10800000" flipV="1">
            <a:off x="4533499" y="1882942"/>
            <a:ext cx="12700" cy="566928"/>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34">
            <a:extLst>
              <a:ext uri="{FF2B5EF4-FFF2-40B4-BE49-F238E27FC236}">
                <a16:creationId xmlns:a16="http://schemas.microsoft.com/office/drawing/2014/main" id="{6C8F7228-91A9-15FE-98D5-17D21D2E9B52}"/>
              </a:ext>
            </a:extLst>
          </p:cNvPr>
          <p:cNvCxnSpPr>
            <a:stCxn id="5" idx="1"/>
            <a:endCxn id="14" idx="1"/>
          </p:cNvCxnSpPr>
          <p:nvPr/>
        </p:nvCxnSpPr>
        <p:spPr>
          <a:xfrm rot="10800000" flipV="1">
            <a:off x="4533499" y="1882942"/>
            <a:ext cx="12700" cy="1133856"/>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38">
            <a:extLst>
              <a:ext uri="{FF2B5EF4-FFF2-40B4-BE49-F238E27FC236}">
                <a16:creationId xmlns:a16="http://schemas.microsoft.com/office/drawing/2014/main" id="{435BB50D-7C12-E01F-72BA-8A4BD9420744}"/>
              </a:ext>
            </a:extLst>
          </p:cNvPr>
          <p:cNvCxnSpPr>
            <a:stCxn id="5" idx="1"/>
            <a:endCxn id="18" idx="1"/>
          </p:cNvCxnSpPr>
          <p:nvPr/>
        </p:nvCxnSpPr>
        <p:spPr>
          <a:xfrm rot="10800000" flipV="1">
            <a:off x="4533499" y="1882942"/>
            <a:ext cx="12700" cy="1700784"/>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985C3BA5-DF1F-5BDA-A3AE-2789072A3536}"/>
              </a:ext>
            </a:extLst>
          </p:cNvPr>
          <p:cNvCxnSpPr>
            <a:stCxn id="5" idx="1"/>
            <a:endCxn id="22" idx="1"/>
          </p:cNvCxnSpPr>
          <p:nvPr/>
        </p:nvCxnSpPr>
        <p:spPr>
          <a:xfrm rot="10800000" flipV="1">
            <a:off x="4533499" y="1882942"/>
            <a:ext cx="12700" cy="2267712"/>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 31">
            <a:extLst>
              <a:ext uri="{FF2B5EF4-FFF2-40B4-BE49-F238E27FC236}">
                <a16:creationId xmlns:a16="http://schemas.microsoft.com/office/drawing/2014/main" id="{9B3A3BF9-E36B-B1E0-483C-A683CC6C6E7B}"/>
              </a:ext>
            </a:extLst>
          </p:cNvPr>
          <p:cNvSpPr/>
          <p:nvPr/>
        </p:nvSpPr>
        <p:spPr>
          <a:xfrm>
            <a:off x="894187" y="5112458"/>
            <a:ext cx="10149840" cy="1005840"/>
          </a:xfrm>
          <a:prstGeom prst="rect">
            <a:avLst/>
          </a:prstGeom>
          <a:noFill/>
          <a:ln/>
        </p:spPr>
        <p:txBody>
          <a:bodyPr wrap="square" lIns="635" tIns="635" rIns="635" bIns="635" rtlCol="0" anchor="ctr">
            <a:normAutofit/>
          </a:bodyPr>
          <a:lstStyle/>
          <a:p>
            <a:r>
              <a:rPr lang="en-US" sz="1450" dirty="0">
                <a:solidFill>
                  <a:srgbClr val="334155"/>
                </a:solidFill>
                <a:latin typeface="Times New Roman" panose="02020603050405020304" pitchFamily="18" charset="0"/>
                <a:ea typeface="Aptos" pitchFamily="34" charset="-122"/>
                <a:cs typeface="Times New Roman" panose="02020603050405020304" pitchFamily="18" charset="0"/>
              </a:rPr>
              <a:t>Potential benefit: reduce cache by sharing, reusing, or reconstructing layer K/V tensors.</a:t>
            </a:r>
            <a:endParaRPr lang="en-US" sz="1450" dirty="0">
              <a:latin typeface="Times New Roman" panose="02020603050405020304" pitchFamily="18" charset="0"/>
              <a:cs typeface="Times New Roman" panose="02020603050405020304" pitchFamily="18" charset="0"/>
            </a:endParaRPr>
          </a:p>
          <a:p>
            <a:r>
              <a:rPr lang="en-US" sz="1450" dirty="0">
                <a:solidFill>
                  <a:srgbClr val="334155"/>
                </a:solidFill>
                <a:latin typeface="Times New Roman" panose="02020603050405020304" pitchFamily="18" charset="0"/>
                <a:ea typeface="Aptos" pitchFamily="34" charset="-122"/>
                <a:cs typeface="Times New Roman" panose="02020603050405020304" pitchFamily="18" charset="0"/>
              </a:rPr>
              <a:t>Challenge: deeper layers have different representations; naive sharing can hurt quality.</a:t>
            </a:r>
            <a:endParaRPr lang="en-US" sz="1450" dirty="0">
              <a:latin typeface="Times New Roman" panose="02020603050405020304" pitchFamily="18" charset="0"/>
              <a:cs typeface="Times New Roman" panose="02020603050405020304" pitchFamily="18" charset="0"/>
            </a:endParaRPr>
          </a:p>
          <a:p>
            <a:r>
              <a:rPr lang="en-US" sz="1450" dirty="0">
                <a:solidFill>
                  <a:srgbClr val="334155"/>
                </a:solidFill>
                <a:latin typeface="Times New Roman" panose="02020603050405020304" pitchFamily="18" charset="0"/>
                <a:ea typeface="Aptos" pitchFamily="34" charset="-122"/>
                <a:cs typeface="Times New Roman" panose="02020603050405020304" pitchFamily="18" charset="0"/>
              </a:rPr>
              <a:t>Often requires architecture design, training, fine-tuning, or careful layer alignment.</a:t>
            </a:r>
            <a:endParaRPr lang="en-US" sz="14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149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C2CB7-52CD-0B3B-30DE-03B6008DA971}"/>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C6AEAC03-7ACA-2E37-D49E-D9A9C9D14AD7}"/>
              </a:ext>
            </a:extLst>
          </p:cNvPr>
          <p:cNvSpPr txBox="1">
            <a:spLocks/>
          </p:cNvSpPr>
          <p:nvPr/>
        </p:nvSpPr>
        <p:spPr>
          <a:xfrm>
            <a:off x="1133528" y="502639"/>
            <a:ext cx="2832080"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4 - Cross-Layer Sharing</a:t>
            </a:r>
          </a:p>
        </p:txBody>
      </p:sp>
      <p:sp>
        <p:nvSpPr>
          <p:cNvPr id="2" name="Shape 3">
            <a:extLst>
              <a:ext uri="{FF2B5EF4-FFF2-40B4-BE49-F238E27FC236}">
                <a16:creationId xmlns:a16="http://schemas.microsoft.com/office/drawing/2014/main" id="{919AB346-C6E6-85E2-88EE-8FDE47BC3CA0}"/>
              </a:ext>
            </a:extLst>
          </p:cNvPr>
          <p:cNvSpPr/>
          <p:nvPr/>
        </p:nvSpPr>
        <p:spPr>
          <a:xfrm>
            <a:off x="685800" y="1051560"/>
            <a:ext cx="2103120" cy="658368"/>
          </a:xfrm>
          <a:prstGeom prst="rect">
            <a:avLst/>
          </a:prstGeom>
          <a:solidFill>
            <a:srgbClr val="7C3AED"/>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 name="Text 4">
            <a:extLst>
              <a:ext uri="{FF2B5EF4-FFF2-40B4-BE49-F238E27FC236}">
                <a16:creationId xmlns:a16="http://schemas.microsoft.com/office/drawing/2014/main" id="{5723A98E-C682-4BE7-B5C8-CF78F9470552}"/>
              </a:ext>
            </a:extLst>
          </p:cNvPr>
          <p:cNvSpPr/>
          <p:nvPr/>
        </p:nvSpPr>
        <p:spPr>
          <a:xfrm>
            <a:off x="740664" y="1106424"/>
            <a:ext cx="1993392" cy="54864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Method</a:t>
            </a:r>
            <a:endParaRPr lang="en-US" sz="1000" dirty="0">
              <a:latin typeface="Times New Roman" panose="02020603050405020304" pitchFamily="18" charset="0"/>
              <a:cs typeface="Times New Roman" panose="02020603050405020304" pitchFamily="18" charset="0"/>
            </a:endParaRPr>
          </a:p>
        </p:txBody>
      </p:sp>
      <p:sp>
        <p:nvSpPr>
          <p:cNvPr id="4" name="Shape 5">
            <a:extLst>
              <a:ext uri="{FF2B5EF4-FFF2-40B4-BE49-F238E27FC236}">
                <a16:creationId xmlns:a16="http://schemas.microsoft.com/office/drawing/2014/main" id="{1CB34E16-E92F-750E-4EEC-3E66E1E80963}"/>
              </a:ext>
            </a:extLst>
          </p:cNvPr>
          <p:cNvSpPr/>
          <p:nvPr/>
        </p:nvSpPr>
        <p:spPr>
          <a:xfrm>
            <a:off x="2788920" y="1051560"/>
            <a:ext cx="4983480" cy="658368"/>
          </a:xfrm>
          <a:prstGeom prst="rect">
            <a:avLst/>
          </a:prstGeom>
          <a:solidFill>
            <a:srgbClr val="7C3AED"/>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 name="Text 6">
            <a:extLst>
              <a:ext uri="{FF2B5EF4-FFF2-40B4-BE49-F238E27FC236}">
                <a16:creationId xmlns:a16="http://schemas.microsoft.com/office/drawing/2014/main" id="{9ED4CBB8-BD6A-2869-CE25-F3C2766A17E0}"/>
              </a:ext>
            </a:extLst>
          </p:cNvPr>
          <p:cNvSpPr/>
          <p:nvPr/>
        </p:nvSpPr>
        <p:spPr>
          <a:xfrm>
            <a:off x="2843784" y="1106424"/>
            <a:ext cx="4873752" cy="54864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Core idea</a:t>
            </a:r>
            <a:endParaRPr lang="en-US" sz="1000" dirty="0">
              <a:latin typeface="Times New Roman" panose="02020603050405020304" pitchFamily="18" charset="0"/>
              <a:cs typeface="Times New Roman" panose="02020603050405020304" pitchFamily="18" charset="0"/>
            </a:endParaRPr>
          </a:p>
        </p:txBody>
      </p:sp>
      <p:sp>
        <p:nvSpPr>
          <p:cNvPr id="6" name="Shape 7">
            <a:extLst>
              <a:ext uri="{FF2B5EF4-FFF2-40B4-BE49-F238E27FC236}">
                <a16:creationId xmlns:a16="http://schemas.microsoft.com/office/drawing/2014/main" id="{79AE85B3-2BCB-80DC-16A6-A2CE115341EA}"/>
              </a:ext>
            </a:extLst>
          </p:cNvPr>
          <p:cNvSpPr/>
          <p:nvPr/>
        </p:nvSpPr>
        <p:spPr>
          <a:xfrm>
            <a:off x="7772400" y="1051560"/>
            <a:ext cx="4023360" cy="658368"/>
          </a:xfrm>
          <a:prstGeom prst="rect">
            <a:avLst/>
          </a:prstGeom>
          <a:solidFill>
            <a:srgbClr val="7C3AED"/>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3A9C98DB-6242-CE82-C7F0-07DE161FB171}"/>
              </a:ext>
            </a:extLst>
          </p:cNvPr>
          <p:cNvSpPr/>
          <p:nvPr/>
        </p:nvSpPr>
        <p:spPr>
          <a:xfrm>
            <a:off x="7827264" y="1106424"/>
            <a:ext cx="3913632" cy="54864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Best interpretation</a:t>
            </a:r>
            <a:endParaRPr lang="en-US" sz="1000" dirty="0">
              <a:latin typeface="Times New Roman" panose="02020603050405020304" pitchFamily="18" charset="0"/>
              <a:cs typeface="Times New Roman" panose="02020603050405020304" pitchFamily="18" charset="0"/>
            </a:endParaRPr>
          </a:p>
        </p:txBody>
      </p:sp>
      <p:sp>
        <p:nvSpPr>
          <p:cNvPr id="9" name="Shape 9">
            <a:extLst>
              <a:ext uri="{FF2B5EF4-FFF2-40B4-BE49-F238E27FC236}">
                <a16:creationId xmlns:a16="http://schemas.microsoft.com/office/drawing/2014/main" id="{FB5C63CE-40B3-B630-6F5A-4A525A1F1858}"/>
              </a:ext>
            </a:extLst>
          </p:cNvPr>
          <p:cNvSpPr/>
          <p:nvPr/>
        </p:nvSpPr>
        <p:spPr>
          <a:xfrm>
            <a:off x="685800" y="1709928"/>
            <a:ext cx="210312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46A1DAC6-8B7D-9D81-56F6-31558C9DBE56}"/>
              </a:ext>
            </a:extLst>
          </p:cNvPr>
          <p:cNvSpPr/>
          <p:nvPr/>
        </p:nvSpPr>
        <p:spPr>
          <a:xfrm>
            <a:off x="740664" y="1764792"/>
            <a:ext cx="199339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YOCO - You Only Cache Once</a:t>
            </a:r>
            <a:endParaRPr lang="en-US" sz="1000" dirty="0">
              <a:latin typeface="Times New Roman" panose="02020603050405020304" pitchFamily="18" charset="0"/>
              <a:cs typeface="Times New Roman" panose="02020603050405020304" pitchFamily="18" charset="0"/>
            </a:endParaRPr>
          </a:p>
        </p:txBody>
      </p:sp>
      <p:sp>
        <p:nvSpPr>
          <p:cNvPr id="11" name="Shape 11">
            <a:extLst>
              <a:ext uri="{FF2B5EF4-FFF2-40B4-BE49-F238E27FC236}">
                <a16:creationId xmlns:a16="http://schemas.microsoft.com/office/drawing/2014/main" id="{280258D0-7EE2-2C8B-CF56-C4A42BBF573A}"/>
              </a:ext>
            </a:extLst>
          </p:cNvPr>
          <p:cNvSpPr/>
          <p:nvPr/>
        </p:nvSpPr>
        <p:spPr>
          <a:xfrm>
            <a:off x="2788920" y="1709928"/>
            <a:ext cx="498348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2" name="Text 12">
            <a:extLst>
              <a:ext uri="{FF2B5EF4-FFF2-40B4-BE49-F238E27FC236}">
                <a16:creationId xmlns:a16="http://schemas.microsoft.com/office/drawing/2014/main" id="{4362271B-47AD-BE6A-3A00-61D3F1634AEB}"/>
              </a:ext>
            </a:extLst>
          </p:cNvPr>
          <p:cNvSpPr/>
          <p:nvPr/>
        </p:nvSpPr>
        <p:spPr>
          <a:xfrm>
            <a:off x="2843784" y="1764792"/>
            <a:ext cx="487375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Self-decoder creates global KV cache; cross-decoder reuses it via cross-attention.</a:t>
            </a:r>
            <a:endParaRPr lang="en-US" sz="1000" dirty="0">
              <a:latin typeface="Times New Roman" panose="02020603050405020304" pitchFamily="18" charset="0"/>
              <a:cs typeface="Times New Roman" panose="02020603050405020304" pitchFamily="18" charset="0"/>
            </a:endParaRPr>
          </a:p>
        </p:txBody>
      </p:sp>
      <p:sp>
        <p:nvSpPr>
          <p:cNvPr id="13" name="Shape 13">
            <a:extLst>
              <a:ext uri="{FF2B5EF4-FFF2-40B4-BE49-F238E27FC236}">
                <a16:creationId xmlns:a16="http://schemas.microsoft.com/office/drawing/2014/main" id="{75022E76-2155-AE18-2801-53C48F3E997A}"/>
              </a:ext>
            </a:extLst>
          </p:cNvPr>
          <p:cNvSpPr/>
          <p:nvPr/>
        </p:nvSpPr>
        <p:spPr>
          <a:xfrm>
            <a:off x="7772400" y="1709928"/>
            <a:ext cx="402336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4" name="Text 14">
            <a:extLst>
              <a:ext uri="{FF2B5EF4-FFF2-40B4-BE49-F238E27FC236}">
                <a16:creationId xmlns:a16="http://schemas.microsoft.com/office/drawing/2014/main" id="{68A0A01A-B843-0772-0F70-98A88F291D98}"/>
              </a:ext>
            </a:extLst>
          </p:cNvPr>
          <p:cNvSpPr/>
          <p:nvPr/>
        </p:nvSpPr>
        <p:spPr>
          <a:xfrm>
            <a:off x="7827264" y="1764792"/>
            <a:ext cx="391363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Architecture-level cross-layer reuse.</a:t>
            </a:r>
            <a:endParaRPr lang="en-US" sz="1000" dirty="0">
              <a:latin typeface="Times New Roman" panose="02020603050405020304" pitchFamily="18" charset="0"/>
              <a:cs typeface="Times New Roman" panose="02020603050405020304" pitchFamily="18" charset="0"/>
            </a:endParaRPr>
          </a:p>
        </p:txBody>
      </p:sp>
      <p:sp>
        <p:nvSpPr>
          <p:cNvPr id="15" name="Shape 15">
            <a:extLst>
              <a:ext uri="{FF2B5EF4-FFF2-40B4-BE49-F238E27FC236}">
                <a16:creationId xmlns:a16="http://schemas.microsoft.com/office/drawing/2014/main" id="{84CC3AE1-C2E5-06AC-5176-D6F74E5D41DB}"/>
              </a:ext>
            </a:extLst>
          </p:cNvPr>
          <p:cNvSpPr/>
          <p:nvPr/>
        </p:nvSpPr>
        <p:spPr>
          <a:xfrm>
            <a:off x="685800" y="2368296"/>
            <a:ext cx="210312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6" name="Text 16">
            <a:extLst>
              <a:ext uri="{FF2B5EF4-FFF2-40B4-BE49-F238E27FC236}">
                <a16:creationId xmlns:a16="http://schemas.microsoft.com/office/drawing/2014/main" id="{E4048C05-4498-4695-1F74-4131FEAF5F07}"/>
              </a:ext>
            </a:extLst>
          </p:cNvPr>
          <p:cNvSpPr/>
          <p:nvPr/>
        </p:nvSpPr>
        <p:spPr>
          <a:xfrm>
            <a:off x="740664" y="2423160"/>
            <a:ext cx="199339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CLA - Cross-Layer Attention</a:t>
            </a:r>
            <a:endParaRPr lang="en-US" sz="1000" dirty="0">
              <a:latin typeface="Times New Roman" panose="02020603050405020304" pitchFamily="18" charset="0"/>
              <a:cs typeface="Times New Roman" panose="02020603050405020304" pitchFamily="18" charset="0"/>
            </a:endParaRPr>
          </a:p>
        </p:txBody>
      </p:sp>
      <p:sp>
        <p:nvSpPr>
          <p:cNvPr id="17" name="Shape 17">
            <a:extLst>
              <a:ext uri="{FF2B5EF4-FFF2-40B4-BE49-F238E27FC236}">
                <a16:creationId xmlns:a16="http://schemas.microsoft.com/office/drawing/2014/main" id="{10612C5E-383B-1C12-F54B-BC1947991D7D}"/>
              </a:ext>
            </a:extLst>
          </p:cNvPr>
          <p:cNvSpPr/>
          <p:nvPr/>
        </p:nvSpPr>
        <p:spPr>
          <a:xfrm>
            <a:off x="2788920" y="2368296"/>
            <a:ext cx="498348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8" name="Text 18">
            <a:extLst>
              <a:ext uri="{FF2B5EF4-FFF2-40B4-BE49-F238E27FC236}">
                <a16:creationId xmlns:a16="http://schemas.microsoft.com/office/drawing/2014/main" id="{67C7B684-D5E5-889A-C459-3891922E768C}"/>
              </a:ext>
            </a:extLst>
          </p:cNvPr>
          <p:cNvSpPr/>
          <p:nvPr/>
        </p:nvSpPr>
        <p:spPr>
          <a:xfrm>
            <a:off x="2843784" y="2423160"/>
            <a:ext cx="487375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Share K/V cache across multiple decoder layers.</a:t>
            </a:r>
            <a:endParaRPr lang="en-US" sz="1000" dirty="0">
              <a:latin typeface="Times New Roman" panose="02020603050405020304" pitchFamily="18" charset="0"/>
              <a:cs typeface="Times New Roman" panose="02020603050405020304" pitchFamily="18" charset="0"/>
            </a:endParaRPr>
          </a:p>
        </p:txBody>
      </p:sp>
      <p:sp>
        <p:nvSpPr>
          <p:cNvPr id="19" name="Shape 19">
            <a:extLst>
              <a:ext uri="{FF2B5EF4-FFF2-40B4-BE49-F238E27FC236}">
                <a16:creationId xmlns:a16="http://schemas.microsoft.com/office/drawing/2014/main" id="{614EA0FB-0575-726A-B531-CFEB47D5A82C}"/>
              </a:ext>
            </a:extLst>
          </p:cNvPr>
          <p:cNvSpPr/>
          <p:nvPr/>
        </p:nvSpPr>
        <p:spPr>
          <a:xfrm>
            <a:off x="7772400" y="2368296"/>
            <a:ext cx="402336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0" name="Text 20">
            <a:extLst>
              <a:ext uri="{FF2B5EF4-FFF2-40B4-BE49-F238E27FC236}">
                <a16:creationId xmlns:a16="http://schemas.microsoft.com/office/drawing/2014/main" id="{FF8F0F40-294C-2247-BAA4-05D68F59833F}"/>
              </a:ext>
            </a:extLst>
          </p:cNvPr>
          <p:cNvSpPr/>
          <p:nvPr/>
        </p:nvSpPr>
        <p:spPr>
          <a:xfrm>
            <a:off x="7827264" y="2423160"/>
            <a:ext cx="391363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Cache fewer layers instead of all layers.</a:t>
            </a:r>
            <a:endParaRPr lang="en-US" sz="1000" dirty="0">
              <a:latin typeface="Times New Roman" panose="02020603050405020304" pitchFamily="18" charset="0"/>
              <a:cs typeface="Times New Roman" panose="02020603050405020304" pitchFamily="18" charset="0"/>
            </a:endParaRPr>
          </a:p>
        </p:txBody>
      </p:sp>
      <p:sp>
        <p:nvSpPr>
          <p:cNvPr id="21" name="Shape 21">
            <a:extLst>
              <a:ext uri="{FF2B5EF4-FFF2-40B4-BE49-F238E27FC236}">
                <a16:creationId xmlns:a16="http://schemas.microsoft.com/office/drawing/2014/main" id="{3C7A13FE-AD8E-8955-8B9F-AB9FFF5913EE}"/>
              </a:ext>
            </a:extLst>
          </p:cNvPr>
          <p:cNvSpPr/>
          <p:nvPr/>
        </p:nvSpPr>
        <p:spPr>
          <a:xfrm>
            <a:off x="685800" y="3026664"/>
            <a:ext cx="210312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2" name="Text 22">
            <a:extLst>
              <a:ext uri="{FF2B5EF4-FFF2-40B4-BE49-F238E27FC236}">
                <a16:creationId xmlns:a16="http://schemas.microsoft.com/office/drawing/2014/main" id="{F818DF65-68A6-8F67-8959-CAD413613B9E}"/>
              </a:ext>
            </a:extLst>
          </p:cNvPr>
          <p:cNvSpPr/>
          <p:nvPr/>
        </p:nvSpPr>
        <p:spPr>
          <a:xfrm>
            <a:off x="740664" y="3081528"/>
            <a:ext cx="199339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KVSharer</a:t>
            </a:r>
            <a:endParaRPr lang="en-US" sz="1000" dirty="0">
              <a:latin typeface="Times New Roman" panose="02020603050405020304" pitchFamily="18" charset="0"/>
              <a:cs typeface="Times New Roman" panose="02020603050405020304" pitchFamily="18" charset="0"/>
            </a:endParaRPr>
          </a:p>
        </p:txBody>
      </p:sp>
      <p:sp>
        <p:nvSpPr>
          <p:cNvPr id="23" name="Shape 23">
            <a:extLst>
              <a:ext uri="{FF2B5EF4-FFF2-40B4-BE49-F238E27FC236}">
                <a16:creationId xmlns:a16="http://schemas.microsoft.com/office/drawing/2014/main" id="{22ACDC00-4020-DFA5-5DBE-3DF55DD7859A}"/>
              </a:ext>
            </a:extLst>
          </p:cNvPr>
          <p:cNvSpPr/>
          <p:nvPr/>
        </p:nvSpPr>
        <p:spPr>
          <a:xfrm>
            <a:off x="2788920" y="3026664"/>
            <a:ext cx="498348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4" name="Text 24">
            <a:extLst>
              <a:ext uri="{FF2B5EF4-FFF2-40B4-BE49-F238E27FC236}">
                <a16:creationId xmlns:a16="http://schemas.microsoft.com/office/drawing/2014/main" id="{7F54B2E8-6F3D-167E-6CD6-77C71124D61C}"/>
              </a:ext>
            </a:extLst>
          </p:cNvPr>
          <p:cNvSpPr/>
          <p:nvPr/>
        </p:nvSpPr>
        <p:spPr>
          <a:xfrm>
            <a:off x="2843784" y="3081528"/>
            <a:ext cx="487375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Plug-and-play layer-wise KV cache sharing.</a:t>
            </a:r>
            <a:endParaRPr lang="en-US" sz="1000" dirty="0">
              <a:latin typeface="Times New Roman" panose="02020603050405020304" pitchFamily="18" charset="0"/>
              <a:cs typeface="Times New Roman" panose="02020603050405020304" pitchFamily="18" charset="0"/>
            </a:endParaRPr>
          </a:p>
        </p:txBody>
      </p:sp>
      <p:sp>
        <p:nvSpPr>
          <p:cNvPr id="25" name="Shape 25">
            <a:extLst>
              <a:ext uri="{FF2B5EF4-FFF2-40B4-BE49-F238E27FC236}">
                <a16:creationId xmlns:a16="http://schemas.microsoft.com/office/drawing/2014/main" id="{EC064E17-F583-22E4-CE41-C6881BAD07F5}"/>
              </a:ext>
            </a:extLst>
          </p:cNvPr>
          <p:cNvSpPr/>
          <p:nvPr/>
        </p:nvSpPr>
        <p:spPr>
          <a:xfrm>
            <a:off x="7772400" y="3026664"/>
            <a:ext cx="402336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6" name="Text 26">
            <a:extLst>
              <a:ext uri="{FF2B5EF4-FFF2-40B4-BE49-F238E27FC236}">
                <a16:creationId xmlns:a16="http://schemas.microsoft.com/office/drawing/2014/main" id="{A494CCA3-B4B7-8176-FFA9-662EB998221C}"/>
              </a:ext>
            </a:extLst>
          </p:cNvPr>
          <p:cNvSpPr/>
          <p:nvPr/>
        </p:nvSpPr>
        <p:spPr>
          <a:xfrm>
            <a:off x="7827264" y="3081528"/>
            <a:ext cx="391363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Exploit inter-layer redundancy.</a:t>
            </a:r>
            <a:endParaRPr lang="en-US" sz="1000" dirty="0">
              <a:latin typeface="Times New Roman" panose="02020603050405020304" pitchFamily="18" charset="0"/>
              <a:cs typeface="Times New Roman" panose="02020603050405020304" pitchFamily="18" charset="0"/>
            </a:endParaRPr>
          </a:p>
        </p:txBody>
      </p:sp>
      <p:sp>
        <p:nvSpPr>
          <p:cNvPr id="27" name="Shape 27">
            <a:extLst>
              <a:ext uri="{FF2B5EF4-FFF2-40B4-BE49-F238E27FC236}">
                <a16:creationId xmlns:a16="http://schemas.microsoft.com/office/drawing/2014/main" id="{ED8A7883-D245-A7FC-3E87-B3ECA4C98804}"/>
              </a:ext>
            </a:extLst>
          </p:cNvPr>
          <p:cNvSpPr/>
          <p:nvPr/>
        </p:nvSpPr>
        <p:spPr>
          <a:xfrm>
            <a:off x="685800" y="3685032"/>
            <a:ext cx="210312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8" name="Text 28">
            <a:extLst>
              <a:ext uri="{FF2B5EF4-FFF2-40B4-BE49-F238E27FC236}">
                <a16:creationId xmlns:a16="http://schemas.microsoft.com/office/drawing/2014/main" id="{10F79237-D7D6-245B-B8A4-71178BCEBF48}"/>
              </a:ext>
            </a:extLst>
          </p:cNvPr>
          <p:cNvSpPr/>
          <p:nvPr/>
        </p:nvSpPr>
        <p:spPr>
          <a:xfrm>
            <a:off x="740664" y="3739896"/>
            <a:ext cx="199339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MiniCache</a:t>
            </a:r>
            <a:endParaRPr lang="en-US" sz="1000" dirty="0">
              <a:latin typeface="Times New Roman" panose="02020603050405020304" pitchFamily="18" charset="0"/>
              <a:cs typeface="Times New Roman" panose="02020603050405020304" pitchFamily="18" charset="0"/>
            </a:endParaRPr>
          </a:p>
        </p:txBody>
      </p:sp>
      <p:sp>
        <p:nvSpPr>
          <p:cNvPr id="29" name="Shape 29">
            <a:extLst>
              <a:ext uri="{FF2B5EF4-FFF2-40B4-BE49-F238E27FC236}">
                <a16:creationId xmlns:a16="http://schemas.microsoft.com/office/drawing/2014/main" id="{56EB6CEB-F22A-E234-190F-B6E2E67C1654}"/>
              </a:ext>
            </a:extLst>
          </p:cNvPr>
          <p:cNvSpPr/>
          <p:nvPr/>
        </p:nvSpPr>
        <p:spPr>
          <a:xfrm>
            <a:off x="2788920" y="3685032"/>
            <a:ext cx="498348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0" name="Text 30">
            <a:extLst>
              <a:ext uri="{FF2B5EF4-FFF2-40B4-BE49-F238E27FC236}">
                <a16:creationId xmlns:a16="http://schemas.microsoft.com/office/drawing/2014/main" id="{C9AFC39A-31A6-B627-CFF9-5FF5E5518BA8}"/>
              </a:ext>
            </a:extLst>
          </p:cNvPr>
          <p:cNvSpPr/>
          <p:nvPr/>
        </p:nvSpPr>
        <p:spPr>
          <a:xfrm>
            <a:off x="2843784" y="3739896"/>
            <a:ext cx="487375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Compress KV cache by merging similar layer states.</a:t>
            </a:r>
            <a:endParaRPr lang="en-US" sz="1000" dirty="0">
              <a:latin typeface="Times New Roman" panose="02020603050405020304" pitchFamily="18" charset="0"/>
              <a:cs typeface="Times New Roman" panose="02020603050405020304" pitchFamily="18" charset="0"/>
            </a:endParaRPr>
          </a:p>
        </p:txBody>
      </p:sp>
      <p:sp>
        <p:nvSpPr>
          <p:cNvPr id="31" name="Shape 31">
            <a:extLst>
              <a:ext uri="{FF2B5EF4-FFF2-40B4-BE49-F238E27FC236}">
                <a16:creationId xmlns:a16="http://schemas.microsoft.com/office/drawing/2014/main" id="{5B658533-5163-F8D2-6196-A9211BC10308}"/>
              </a:ext>
            </a:extLst>
          </p:cNvPr>
          <p:cNvSpPr/>
          <p:nvPr/>
        </p:nvSpPr>
        <p:spPr>
          <a:xfrm>
            <a:off x="7772400" y="3685032"/>
            <a:ext cx="402336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2" name="Text 32">
            <a:extLst>
              <a:ext uri="{FF2B5EF4-FFF2-40B4-BE49-F238E27FC236}">
                <a16:creationId xmlns:a16="http://schemas.microsoft.com/office/drawing/2014/main" id="{2FC1D751-0F53-05AF-F035-23C864DC55E4}"/>
              </a:ext>
            </a:extLst>
          </p:cNvPr>
          <p:cNvSpPr/>
          <p:nvPr/>
        </p:nvSpPr>
        <p:spPr>
          <a:xfrm>
            <a:off x="7827264" y="3739896"/>
            <a:ext cx="391363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Layer redundancy compression.</a:t>
            </a:r>
            <a:endParaRPr lang="en-US" sz="1000" dirty="0">
              <a:latin typeface="Times New Roman" panose="02020603050405020304" pitchFamily="18" charset="0"/>
              <a:cs typeface="Times New Roman" panose="02020603050405020304" pitchFamily="18" charset="0"/>
            </a:endParaRPr>
          </a:p>
        </p:txBody>
      </p:sp>
      <p:sp>
        <p:nvSpPr>
          <p:cNvPr id="33" name="Shape 33">
            <a:extLst>
              <a:ext uri="{FF2B5EF4-FFF2-40B4-BE49-F238E27FC236}">
                <a16:creationId xmlns:a16="http://schemas.microsoft.com/office/drawing/2014/main" id="{5A09315E-3261-5882-DFC2-B6CA72CD8FB2}"/>
              </a:ext>
            </a:extLst>
          </p:cNvPr>
          <p:cNvSpPr/>
          <p:nvPr/>
        </p:nvSpPr>
        <p:spPr>
          <a:xfrm>
            <a:off x="685800" y="4343400"/>
            <a:ext cx="210312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4" name="Text 34">
            <a:extLst>
              <a:ext uri="{FF2B5EF4-FFF2-40B4-BE49-F238E27FC236}">
                <a16:creationId xmlns:a16="http://schemas.microsoft.com/office/drawing/2014/main" id="{CD2006F4-8CDF-4B82-0D19-285D030D01F3}"/>
              </a:ext>
            </a:extLst>
          </p:cNvPr>
          <p:cNvSpPr/>
          <p:nvPr/>
        </p:nvSpPr>
        <p:spPr>
          <a:xfrm>
            <a:off x="740664" y="4398264"/>
            <a:ext cx="199339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KVALIGN</a:t>
            </a:r>
            <a:endParaRPr lang="en-US" sz="1000" dirty="0">
              <a:latin typeface="Times New Roman" panose="02020603050405020304" pitchFamily="18" charset="0"/>
              <a:cs typeface="Times New Roman" panose="02020603050405020304" pitchFamily="18" charset="0"/>
            </a:endParaRPr>
          </a:p>
        </p:txBody>
      </p:sp>
      <p:sp>
        <p:nvSpPr>
          <p:cNvPr id="35" name="Shape 35">
            <a:extLst>
              <a:ext uri="{FF2B5EF4-FFF2-40B4-BE49-F238E27FC236}">
                <a16:creationId xmlns:a16="http://schemas.microsoft.com/office/drawing/2014/main" id="{3AF3BFF8-440F-7603-8C88-2D056C2E8D5A}"/>
              </a:ext>
            </a:extLst>
          </p:cNvPr>
          <p:cNvSpPr/>
          <p:nvPr/>
        </p:nvSpPr>
        <p:spPr>
          <a:xfrm>
            <a:off x="2788920" y="4343400"/>
            <a:ext cx="498348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6" name="Text 36">
            <a:extLst>
              <a:ext uri="{FF2B5EF4-FFF2-40B4-BE49-F238E27FC236}">
                <a16:creationId xmlns:a16="http://schemas.microsoft.com/office/drawing/2014/main" id="{74F60AE5-E2D0-A6B5-D349-DAC1C55022F3}"/>
              </a:ext>
            </a:extLst>
          </p:cNvPr>
          <p:cNvSpPr/>
          <p:nvPr/>
        </p:nvSpPr>
        <p:spPr>
          <a:xfrm>
            <a:off x="2843784" y="4398264"/>
            <a:ext cx="487375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Identify similar neighboring layers and align consumer layers by distillation.</a:t>
            </a:r>
            <a:endParaRPr lang="en-US" sz="1000" dirty="0">
              <a:latin typeface="Times New Roman" panose="02020603050405020304" pitchFamily="18" charset="0"/>
              <a:cs typeface="Times New Roman" panose="02020603050405020304" pitchFamily="18" charset="0"/>
            </a:endParaRPr>
          </a:p>
        </p:txBody>
      </p:sp>
      <p:sp>
        <p:nvSpPr>
          <p:cNvPr id="37" name="Shape 37">
            <a:extLst>
              <a:ext uri="{FF2B5EF4-FFF2-40B4-BE49-F238E27FC236}">
                <a16:creationId xmlns:a16="http://schemas.microsoft.com/office/drawing/2014/main" id="{5A2579D0-3601-164D-AA73-7169DC36DACD}"/>
              </a:ext>
            </a:extLst>
          </p:cNvPr>
          <p:cNvSpPr/>
          <p:nvPr/>
        </p:nvSpPr>
        <p:spPr>
          <a:xfrm>
            <a:off x="7772400" y="4343400"/>
            <a:ext cx="4023360" cy="658368"/>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8" name="Text 38">
            <a:extLst>
              <a:ext uri="{FF2B5EF4-FFF2-40B4-BE49-F238E27FC236}">
                <a16:creationId xmlns:a16="http://schemas.microsoft.com/office/drawing/2014/main" id="{13C8D795-28A2-CACC-D270-B240C2FC58AD}"/>
              </a:ext>
            </a:extLst>
          </p:cNvPr>
          <p:cNvSpPr/>
          <p:nvPr/>
        </p:nvSpPr>
        <p:spPr>
          <a:xfrm>
            <a:off x="7827264" y="4398264"/>
            <a:ext cx="391363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Adapt pretrained models for inter-layer sharing.</a:t>
            </a:r>
            <a:endParaRPr lang="en-US" sz="1000" dirty="0">
              <a:latin typeface="Times New Roman" panose="02020603050405020304" pitchFamily="18" charset="0"/>
              <a:cs typeface="Times New Roman" panose="02020603050405020304" pitchFamily="18" charset="0"/>
            </a:endParaRPr>
          </a:p>
        </p:txBody>
      </p:sp>
      <p:sp>
        <p:nvSpPr>
          <p:cNvPr id="39" name="Shape 39">
            <a:extLst>
              <a:ext uri="{FF2B5EF4-FFF2-40B4-BE49-F238E27FC236}">
                <a16:creationId xmlns:a16="http://schemas.microsoft.com/office/drawing/2014/main" id="{B099558A-108E-9A38-A051-6F25636C3BC6}"/>
              </a:ext>
            </a:extLst>
          </p:cNvPr>
          <p:cNvSpPr/>
          <p:nvPr/>
        </p:nvSpPr>
        <p:spPr>
          <a:xfrm>
            <a:off x="685800" y="5001768"/>
            <a:ext cx="210312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0" name="Text 40">
            <a:extLst>
              <a:ext uri="{FF2B5EF4-FFF2-40B4-BE49-F238E27FC236}">
                <a16:creationId xmlns:a16="http://schemas.microsoft.com/office/drawing/2014/main" id="{09C336F9-C56A-07E0-EF68-4B2A2EDE54C0}"/>
              </a:ext>
            </a:extLst>
          </p:cNvPr>
          <p:cNvSpPr/>
          <p:nvPr/>
        </p:nvSpPr>
        <p:spPr>
          <a:xfrm>
            <a:off x="740664" y="5056632"/>
            <a:ext cx="199339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KV-CAR</a:t>
            </a:r>
            <a:endParaRPr lang="en-US" sz="1000" dirty="0">
              <a:latin typeface="Times New Roman" panose="02020603050405020304" pitchFamily="18" charset="0"/>
              <a:cs typeface="Times New Roman" panose="02020603050405020304" pitchFamily="18" charset="0"/>
            </a:endParaRPr>
          </a:p>
        </p:txBody>
      </p:sp>
      <p:sp>
        <p:nvSpPr>
          <p:cNvPr id="41" name="Shape 41">
            <a:extLst>
              <a:ext uri="{FF2B5EF4-FFF2-40B4-BE49-F238E27FC236}">
                <a16:creationId xmlns:a16="http://schemas.microsoft.com/office/drawing/2014/main" id="{8B319143-009F-E4C7-24E2-65635BE87391}"/>
              </a:ext>
            </a:extLst>
          </p:cNvPr>
          <p:cNvSpPr/>
          <p:nvPr/>
        </p:nvSpPr>
        <p:spPr>
          <a:xfrm>
            <a:off x="2788920" y="5001768"/>
            <a:ext cx="498348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2" name="Text 42">
            <a:extLst>
              <a:ext uri="{FF2B5EF4-FFF2-40B4-BE49-F238E27FC236}">
                <a16:creationId xmlns:a16="http://schemas.microsoft.com/office/drawing/2014/main" id="{A4692BA8-69C7-1E68-710F-D50A33B24F49}"/>
              </a:ext>
            </a:extLst>
          </p:cNvPr>
          <p:cNvSpPr/>
          <p:nvPr/>
        </p:nvSpPr>
        <p:spPr>
          <a:xfrm>
            <a:off x="2843784" y="5056632"/>
            <a:ext cx="487375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Autoencoder compression plus similarity-driven KV reuse across adjacent layers.</a:t>
            </a:r>
            <a:endParaRPr lang="en-US" sz="1000" dirty="0">
              <a:latin typeface="Times New Roman" panose="02020603050405020304" pitchFamily="18" charset="0"/>
              <a:cs typeface="Times New Roman" panose="02020603050405020304" pitchFamily="18" charset="0"/>
            </a:endParaRPr>
          </a:p>
        </p:txBody>
      </p:sp>
      <p:sp>
        <p:nvSpPr>
          <p:cNvPr id="43" name="Shape 43">
            <a:extLst>
              <a:ext uri="{FF2B5EF4-FFF2-40B4-BE49-F238E27FC236}">
                <a16:creationId xmlns:a16="http://schemas.microsoft.com/office/drawing/2014/main" id="{7F2516E4-3453-FBBB-4390-E7E0FE5CAF8A}"/>
              </a:ext>
            </a:extLst>
          </p:cNvPr>
          <p:cNvSpPr/>
          <p:nvPr/>
        </p:nvSpPr>
        <p:spPr>
          <a:xfrm>
            <a:off x="7772400" y="5001768"/>
            <a:ext cx="4023360" cy="658368"/>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4" name="Text 44">
            <a:extLst>
              <a:ext uri="{FF2B5EF4-FFF2-40B4-BE49-F238E27FC236}">
                <a16:creationId xmlns:a16="http://schemas.microsoft.com/office/drawing/2014/main" id="{DCACBFA5-6E7D-CC81-94B0-752DA476842A}"/>
              </a:ext>
            </a:extLst>
          </p:cNvPr>
          <p:cNvSpPr/>
          <p:nvPr/>
        </p:nvSpPr>
        <p:spPr>
          <a:xfrm>
            <a:off x="7827264" y="5056632"/>
            <a:ext cx="3913632" cy="548640"/>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Architecture-agnostic compression + reuse.</a:t>
            </a:r>
            <a:endParaRPr lang="en-US" sz="1000" dirty="0">
              <a:latin typeface="Times New Roman" panose="02020603050405020304" pitchFamily="18" charset="0"/>
              <a:cs typeface="Times New Roman" panose="02020603050405020304" pitchFamily="18" charset="0"/>
            </a:endParaRPr>
          </a:p>
        </p:txBody>
      </p:sp>
      <p:sp>
        <p:nvSpPr>
          <p:cNvPr id="45" name="Shape 45">
            <a:extLst>
              <a:ext uri="{FF2B5EF4-FFF2-40B4-BE49-F238E27FC236}">
                <a16:creationId xmlns:a16="http://schemas.microsoft.com/office/drawing/2014/main" id="{0F516F8B-51AF-372E-E926-BC32A1FFF6CC}"/>
              </a:ext>
            </a:extLst>
          </p:cNvPr>
          <p:cNvSpPr/>
          <p:nvPr/>
        </p:nvSpPr>
        <p:spPr>
          <a:xfrm>
            <a:off x="1258503" y="5905098"/>
            <a:ext cx="10195560" cy="658367"/>
          </a:xfrm>
          <a:prstGeom prst="roundRect">
            <a:avLst>
              <a:gd name="adj" fmla="val 16000"/>
            </a:avLst>
          </a:prstGeom>
          <a:solidFill>
            <a:srgbClr val="EDE9FE"/>
          </a:solidFill>
          <a:ln w="13970">
            <a:solidFill>
              <a:srgbClr val="7C3AED"/>
            </a:solidFill>
            <a:prstDash val="solid"/>
          </a:ln>
        </p:spPr>
        <p:txBody>
          <a:bodyPr/>
          <a:lstStyle/>
          <a:p>
            <a:pPr algn="ctr"/>
            <a:r>
              <a:rPr lang="en-US" altLang="zh-CN" sz="1600" b="1" dirty="0">
                <a:solidFill>
                  <a:srgbClr val="334155"/>
                </a:solidFill>
                <a:latin typeface="Times New Roman" panose="02020603050405020304" pitchFamily="18" charset="0"/>
                <a:cs typeface="Times New Roman" panose="02020603050405020304" pitchFamily="18" charset="0"/>
              </a:rPr>
              <a:t>C</a:t>
            </a:r>
            <a:r>
              <a:rPr lang="en-US" sz="1600" b="1" dirty="0">
                <a:solidFill>
                  <a:srgbClr val="334155"/>
                </a:solidFill>
                <a:latin typeface="Times New Roman" panose="02020603050405020304" pitchFamily="18" charset="0"/>
                <a:cs typeface="Times New Roman" panose="02020603050405020304" pitchFamily="18" charset="0"/>
              </a:rPr>
              <a:t>ross-layer sharing is different from prefix reuse. Prefix reuse shares across requests; cross-layer sharing shares within the model depth.</a:t>
            </a:r>
            <a:endParaRPr lang="en-US" sz="1600" dirty="0">
              <a:latin typeface="Times New Roman" panose="02020603050405020304" pitchFamily="18" charset="0"/>
              <a:cs typeface="Times New Roman" panose="02020603050405020304" pitchFamily="18" charset="0"/>
            </a:endParaRPr>
          </a:p>
          <a:p>
            <a:pPr algn="ctr"/>
            <a:endParaRPr lang="en-CN" dirty="0"/>
          </a:p>
        </p:txBody>
      </p:sp>
    </p:spTree>
    <p:extLst>
      <p:ext uri="{BB962C8B-B14F-4D97-AF65-F5344CB8AC3E}">
        <p14:creationId xmlns:p14="http://schemas.microsoft.com/office/powerpoint/2010/main" val="1176590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B8AD-2645-6470-34A4-CFC9C5F41038}"/>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F32A881D-246D-20A5-6E63-6E4F6B5A1778}"/>
              </a:ext>
            </a:extLst>
          </p:cNvPr>
          <p:cNvSpPr txBox="1">
            <a:spLocks/>
          </p:cNvSpPr>
          <p:nvPr/>
        </p:nvSpPr>
        <p:spPr>
          <a:xfrm>
            <a:off x="1133528" y="502639"/>
            <a:ext cx="269732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5 - Pruning / Eviction</a:t>
            </a:r>
          </a:p>
        </p:txBody>
      </p:sp>
      <p:sp>
        <p:nvSpPr>
          <p:cNvPr id="2" name="Text 1">
            <a:extLst>
              <a:ext uri="{FF2B5EF4-FFF2-40B4-BE49-F238E27FC236}">
                <a16:creationId xmlns:a16="http://schemas.microsoft.com/office/drawing/2014/main" id="{8E0F1D4A-92B7-382D-6DE4-577DD44080AC}"/>
              </a:ext>
            </a:extLst>
          </p:cNvPr>
          <p:cNvSpPr/>
          <p:nvPr/>
        </p:nvSpPr>
        <p:spPr>
          <a:xfrm>
            <a:off x="655320" y="1136744"/>
            <a:ext cx="10698480" cy="320040"/>
          </a:xfrm>
          <a:prstGeom prst="rect">
            <a:avLst/>
          </a:prstGeom>
          <a:noFill/>
          <a:ln/>
        </p:spPr>
        <p:txBody>
          <a:bodyPr wrap="square" lIns="0" tIns="0" rIns="0" bIns="0" rtlCol="0" anchor="ctr"/>
          <a:lstStyle/>
          <a:p>
            <a:pPr indent="0">
              <a:buNone/>
            </a:pPr>
            <a:r>
              <a:rPr lang="en-US" dirty="0">
                <a:latin typeface="HSE Sans" panose="02000000000000000000" pitchFamily="2" charset="0"/>
              </a:rPr>
              <a:t>Pruning reduces the number of cached tokens or blocks rather than the precision of each value.</a:t>
            </a:r>
          </a:p>
        </p:txBody>
      </p:sp>
      <p:sp>
        <p:nvSpPr>
          <p:cNvPr id="3" name="Shape 3">
            <a:extLst>
              <a:ext uri="{FF2B5EF4-FFF2-40B4-BE49-F238E27FC236}">
                <a16:creationId xmlns:a16="http://schemas.microsoft.com/office/drawing/2014/main" id="{AE3DAFC0-13AD-CA10-5803-78FC2A592006}"/>
              </a:ext>
            </a:extLst>
          </p:cNvPr>
          <p:cNvSpPr/>
          <p:nvPr/>
        </p:nvSpPr>
        <p:spPr>
          <a:xfrm>
            <a:off x="7924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4" name="Text 4">
            <a:extLst>
              <a:ext uri="{FF2B5EF4-FFF2-40B4-BE49-F238E27FC236}">
                <a16:creationId xmlns:a16="http://schemas.microsoft.com/office/drawing/2014/main" id="{F87DBBE8-561A-66A0-CDCD-D9142A12D152}"/>
              </a:ext>
            </a:extLst>
          </p:cNvPr>
          <p:cNvSpPr/>
          <p:nvPr/>
        </p:nvSpPr>
        <p:spPr>
          <a:xfrm>
            <a:off x="8656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t1</a:t>
            </a:r>
            <a:endParaRPr lang="en-US" sz="900" dirty="0"/>
          </a:p>
        </p:txBody>
      </p:sp>
      <p:sp>
        <p:nvSpPr>
          <p:cNvPr id="5" name="Shape 5">
            <a:extLst>
              <a:ext uri="{FF2B5EF4-FFF2-40B4-BE49-F238E27FC236}">
                <a16:creationId xmlns:a16="http://schemas.microsoft.com/office/drawing/2014/main" id="{891706CF-EAB4-2D4C-D773-B00A113E94A6}"/>
              </a:ext>
            </a:extLst>
          </p:cNvPr>
          <p:cNvSpPr/>
          <p:nvPr/>
        </p:nvSpPr>
        <p:spPr>
          <a:xfrm>
            <a:off x="14782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6" name="Text 6">
            <a:extLst>
              <a:ext uri="{FF2B5EF4-FFF2-40B4-BE49-F238E27FC236}">
                <a16:creationId xmlns:a16="http://schemas.microsoft.com/office/drawing/2014/main" id="{2F27C7EA-418E-5865-B746-F2BC6A9DB52B}"/>
              </a:ext>
            </a:extLst>
          </p:cNvPr>
          <p:cNvSpPr/>
          <p:nvPr/>
        </p:nvSpPr>
        <p:spPr>
          <a:xfrm>
            <a:off x="15514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t2</a:t>
            </a:r>
            <a:endParaRPr lang="en-US" sz="900" dirty="0"/>
          </a:p>
        </p:txBody>
      </p:sp>
      <p:sp>
        <p:nvSpPr>
          <p:cNvPr id="8" name="Shape 7">
            <a:extLst>
              <a:ext uri="{FF2B5EF4-FFF2-40B4-BE49-F238E27FC236}">
                <a16:creationId xmlns:a16="http://schemas.microsoft.com/office/drawing/2014/main" id="{306D9520-7E83-4AC2-D353-2DB84CA6C8FE}"/>
              </a:ext>
            </a:extLst>
          </p:cNvPr>
          <p:cNvSpPr/>
          <p:nvPr/>
        </p:nvSpPr>
        <p:spPr>
          <a:xfrm>
            <a:off x="21640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9" name="Text 8">
            <a:extLst>
              <a:ext uri="{FF2B5EF4-FFF2-40B4-BE49-F238E27FC236}">
                <a16:creationId xmlns:a16="http://schemas.microsoft.com/office/drawing/2014/main" id="{5A700EE1-D1B8-A61B-80DE-40F9C722E7B4}"/>
              </a:ext>
            </a:extLst>
          </p:cNvPr>
          <p:cNvSpPr/>
          <p:nvPr/>
        </p:nvSpPr>
        <p:spPr>
          <a:xfrm>
            <a:off x="22372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t3</a:t>
            </a:r>
            <a:endParaRPr lang="en-US" sz="900" dirty="0"/>
          </a:p>
        </p:txBody>
      </p:sp>
      <p:sp>
        <p:nvSpPr>
          <p:cNvPr id="10" name="Shape 9">
            <a:extLst>
              <a:ext uri="{FF2B5EF4-FFF2-40B4-BE49-F238E27FC236}">
                <a16:creationId xmlns:a16="http://schemas.microsoft.com/office/drawing/2014/main" id="{CAA157AF-5017-2D67-0D2B-0DF5F68BBF9A}"/>
              </a:ext>
            </a:extLst>
          </p:cNvPr>
          <p:cNvSpPr/>
          <p:nvPr/>
        </p:nvSpPr>
        <p:spPr>
          <a:xfrm>
            <a:off x="2849880" y="1840832"/>
            <a:ext cx="457200" cy="411480"/>
          </a:xfrm>
          <a:prstGeom prst="roundRect">
            <a:avLst>
              <a:gd name="adj" fmla="val 17778"/>
            </a:avLst>
          </a:prstGeom>
          <a:solidFill>
            <a:srgbClr val="FEE2E2"/>
          </a:solidFill>
          <a:ln w="12700">
            <a:solidFill>
              <a:srgbClr val="DC2626"/>
            </a:solidFill>
            <a:prstDash val="solid"/>
          </a:ln>
        </p:spPr>
        <p:txBody>
          <a:bodyPr/>
          <a:lstStyle/>
          <a:p>
            <a:endParaRPr lang="en-CN"/>
          </a:p>
        </p:txBody>
      </p:sp>
      <p:sp>
        <p:nvSpPr>
          <p:cNvPr id="11" name="Text 10">
            <a:extLst>
              <a:ext uri="{FF2B5EF4-FFF2-40B4-BE49-F238E27FC236}">
                <a16:creationId xmlns:a16="http://schemas.microsoft.com/office/drawing/2014/main" id="{3C101D8F-66A3-4A49-9E27-8769CBF3269F}"/>
              </a:ext>
            </a:extLst>
          </p:cNvPr>
          <p:cNvSpPr/>
          <p:nvPr/>
        </p:nvSpPr>
        <p:spPr>
          <a:xfrm>
            <a:off x="29230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t4</a:t>
            </a:r>
            <a:endParaRPr lang="en-US" sz="900" dirty="0"/>
          </a:p>
        </p:txBody>
      </p:sp>
      <p:sp>
        <p:nvSpPr>
          <p:cNvPr id="12" name="Shape 11">
            <a:extLst>
              <a:ext uri="{FF2B5EF4-FFF2-40B4-BE49-F238E27FC236}">
                <a16:creationId xmlns:a16="http://schemas.microsoft.com/office/drawing/2014/main" id="{505262B0-754E-4F40-3C43-F6BD73622454}"/>
              </a:ext>
            </a:extLst>
          </p:cNvPr>
          <p:cNvSpPr/>
          <p:nvPr/>
        </p:nvSpPr>
        <p:spPr>
          <a:xfrm>
            <a:off x="3535680" y="1840832"/>
            <a:ext cx="457200" cy="411480"/>
          </a:xfrm>
          <a:prstGeom prst="roundRect">
            <a:avLst>
              <a:gd name="adj" fmla="val 17778"/>
            </a:avLst>
          </a:prstGeom>
          <a:solidFill>
            <a:srgbClr val="FEE2E2"/>
          </a:solidFill>
          <a:ln w="12700">
            <a:solidFill>
              <a:srgbClr val="DC2626"/>
            </a:solidFill>
            <a:prstDash val="solid"/>
          </a:ln>
        </p:spPr>
        <p:txBody>
          <a:bodyPr/>
          <a:lstStyle/>
          <a:p>
            <a:endParaRPr lang="en-CN"/>
          </a:p>
        </p:txBody>
      </p:sp>
      <p:sp>
        <p:nvSpPr>
          <p:cNvPr id="13" name="Text 12">
            <a:extLst>
              <a:ext uri="{FF2B5EF4-FFF2-40B4-BE49-F238E27FC236}">
                <a16:creationId xmlns:a16="http://schemas.microsoft.com/office/drawing/2014/main" id="{4B24F479-B125-BE78-2642-F9FC6F612689}"/>
              </a:ext>
            </a:extLst>
          </p:cNvPr>
          <p:cNvSpPr/>
          <p:nvPr/>
        </p:nvSpPr>
        <p:spPr>
          <a:xfrm>
            <a:off x="36088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t5</a:t>
            </a:r>
            <a:endParaRPr lang="en-US" sz="900" dirty="0"/>
          </a:p>
        </p:txBody>
      </p:sp>
      <p:sp>
        <p:nvSpPr>
          <p:cNvPr id="14" name="Shape 13">
            <a:extLst>
              <a:ext uri="{FF2B5EF4-FFF2-40B4-BE49-F238E27FC236}">
                <a16:creationId xmlns:a16="http://schemas.microsoft.com/office/drawing/2014/main" id="{697B03D4-4CBA-6640-1C4E-8B8D24130ED6}"/>
              </a:ext>
            </a:extLst>
          </p:cNvPr>
          <p:cNvSpPr/>
          <p:nvPr/>
        </p:nvSpPr>
        <p:spPr>
          <a:xfrm>
            <a:off x="4221480" y="1840832"/>
            <a:ext cx="457200" cy="411480"/>
          </a:xfrm>
          <a:prstGeom prst="roundRect">
            <a:avLst>
              <a:gd name="adj" fmla="val 17778"/>
            </a:avLst>
          </a:prstGeom>
          <a:solidFill>
            <a:srgbClr val="FEE2E2"/>
          </a:solidFill>
          <a:ln w="12700">
            <a:solidFill>
              <a:srgbClr val="DC2626"/>
            </a:solidFill>
            <a:prstDash val="solid"/>
          </a:ln>
        </p:spPr>
        <p:txBody>
          <a:bodyPr/>
          <a:lstStyle/>
          <a:p>
            <a:endParaRPr lang="en-CN"/>
          </a:p>
        </p:txBody>
      </p:sp>
      <p:sp>
        <p:nvSpPr>
          <p:cNvPr id="15" name="Text 14">
            <a:extLst>
              <a:ext uri="{FF2B5EF4-FFF2-40B4-BE49-F238E27FC236}">
                <a16:creationId xmlns:a16="http://schemas.microsoft.com/office/drawing/2014/main" id="{83FC390B-8F3D-0654-8353-DB414E0A7C44}"/>
              </a:ext>
            </a:extLst>
          </p:cNvPr>
          <p:cNvSpPr/>
          <p:nvPr/>
        </p:nvSpPr>
        <p:spPr>
          <a:xfrm>
            <a:off x="42946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t6</a:t>
            </a:r>
            <a:endParaRPr lang="en-US" sz="900" dirty="0"/>
          </a:p>
        </p:txBody>
      </p:sp>
      <p:sp>
        <p:nvSpPr>
          <p:cNvPr id="16" name="Shape 15">
            <a:extLst>
              <a:ext uri="{FF2B5EF4-FFF2-40B4-BE49-F238E27FC236}">
                <a16:creationId xmlns:a16="http://schemas.microsoft.com/office/drawing/2014/main" id="{D3E8BEDF-B808-B9A8-F4C1-0AF4F391D6F0}"/>
              </a:ext>
            </a:extLst>
          </p:cNvPr>
          <p:cNvSpPr/>
          <p:nvPr/>
        </p:nvSpPr>
        <p:spPr>
          <a:xfrm>
            <a:off x="4907280" y="1840832"/>
            <a:ext cx="457200" cy="411480"/>
          </a:xfrm>
          <a:prstGeom prst="roundRect">
            <a:avLst>
              <a:gd name="adj" fmla="val 17778"/>
            </a:avLst>
          </a:prstGeom>
          <a:solidFill>
            <a:srgbClr val="FEE2E2"/>
          </a:solidFill>
          <a:ln w="12700">
            <a:solidFill>
              <a:srgbClr val="DC2626"/>
            </a:solidFill>
            <a:prstDash val="solid"/>
          </a:ln>
        </p:spPr>
        <p:txBody>
          <a:bodyPr/>
          <a:lstStyle/>
          <a:p>
            <a:endParaRPr lang="en-CN"/>
          </a:p>
        </p:txBody>
      </p:sp>
      <p:sp>
        <p:nvSpPr>
          <p:cNvPr id="17" name="Text 16">
            <a:extLst>
              <a:ext uri="{FF2B5EF4-FFF2-40B4-BE49-F238E27FC236}">
                <a16:creationId xmlns:a16="http://schemas.microsoft.com/office/drawing/2014/main" id="{C0D5B622-C75B-E361-EF61-AF3C032491D6}"/>
              </a:ext>
            </a:extLst>
          </p:cNvPr>
          <p:cNvSpPr/>
          <p:nvPr/>
        </p:nvSpPr>
        <p:spPr>
          <a:xfrm>
            <a:off x="49804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t7</a:t>
            </a:r>
            <a:endParaRPr lang="en-US" sz="900" dirty="0"/>
          </a:p>
        </p:txBody>
      </p:sp>
      <p:sp>
        <p:nvSpPr>
          <p:cNvPr id="18" name="Shape 17">
            <a:extLst>
              <a:ext uri="{FF2B5EF4-FFF2-40B4-BE49-F238E27FC236}">
                <a16:creationId xmlns:a16="http://schemas.microsoft.com/office/drawing/2014/main" id="{46CE3829-830B-A566-453C-982BB068225B}"/>
              </a:ext>
            </a:extLst>
          </p:cNvPr>
          <p:cNvSpPr/>
          <p:nvPr/>
        </p:nvSpPr>
        <p:spPr>
          <a:xfrm>
            <a:off x="55930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19" name="Text 18">
            <a:extLst>
              <a:ext uri="{FF2B5EF4-FFF2-40B4-BE49-F238E27FC236}">
                <a16:creationId xmlns:a16="http://schemas.microsoft.com/office/drawing/2014/main" id="{3C03304F-8A06-EFC8-51DE-08FA92AD688D}"/>
              </a:ext>
            </a:extLst>
          </p:cNvPr>
          <p:cNvSpPr/>
          <p:nvPr/>
        </p:nvSpPr>
        <p:spPr>
          <a:xfrm>
            <a:off x="56662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t8</a:t>
            </a:r>
            <a:endParaRPr lang="en-US" sz="900" dirty="0"/>
          </a:p>
        </p:txBody>
      </p:sp>
      <p:sp>
        <p:nvSpPr>
          <p:cNvPr id="20" name="Shape 19">
            <a:extLst>
              <a:ext uri="{FF2B5EF4-FFF2-40B4-BE49-F238E27FC236}">
                <a16:creationId xmlns:a16="http://schemas.microsoft.com/office/drawing/2014/main" id="{4BA86605-DEE7-B418-94E1-4EECB5D2680D}"/>
              </a:ext>
            </a:extLst>
          </p:cNvPr>
          <p:cNvSpPr/>
          <p:nvPr/>
        </p:nvSpPr>
        <p:spPr>
          <a:xfrm>
            <a:off x="6278880" y="1840832"/>
            <a:ext cx="457200" cy="411480"/>
          </a:xfrm>
          <a:prstGeom prst="roundRect">
            <a:avLst>
              <a:gd name="adj" fmla="val 17778"/>
            </a:avLst>
          </a:prstGeom>
          <a:solidFill>
            <a:srgbClr val="FEE2E2"/>
          </a:solidFill>
          <a:ln w="12700">
            <a:solidFill>
              <a:srgbClr val="DC2626"/>
            </a:solidFill>
            <a:prstDash val="solid"/>
          </a:ln>
        </p:spPr>
        <p:txBody>
          <a:bodyPr/>
          <a:lstStyle/>
          <a:p>
            <a:endParaRPr lang="en-CN"/>
          </a:p>
        </p:txBody>
      </p:sp>
      <p:sp>
        <p:nvSpPr>
          <p:cNvPr id="21" name="Text 20">
            <a:extLst>
              <a:ext uri="{FF2B5EF4-FFF2-40B4-BE49-F238E27FC236}">
                <a16:creationId xmlns:a16="http://schemas.microsoft.com/office/drawing/2014/main" id="{0499CCAC-A42D-7C89-37E3-A4BCBA5306B5}"/>
              </a:ext>
            </a:extLst>
          </p:cNvPr>
          <p:cNvSpPr/>
          <p:nvPr/>
        </p:nvSpPr>
        <p:spPr>
          <a:xfrm>
            <a:off x="63520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t9</a:t>
            </a:r>
            <a:endParaRPr lang="en-US" sz="900" dirty="0"/>
          </a:p>
        </p:txBody>
      </p:sp>
      <p:sp>
        <p:nvSpPr>
          <p:cNvPr id="22" name="Shape 21">
            <a:extLst>
              <a:ext uri="{FF2B5EF4-FFF2-40B4-BE49-F238E27FC236}">
                <a16:creationId xmlns:a16="http://schemas.microsoft.com/office/drawing/2014/main" id="{B0141440-DE93-D44F-03BD-5C59A57A78F2}"/>
              </a:ext>
            </a:extLst>
          </p:cNvPr>
          <p:cNvSpPr/>
          <p:nvPr/>
        </p:nvSpPr>
        <p:spPr>
          <a:xfrm>
            <a:off x="69646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23" name="Text 22">
            <a:extLst>
              <a:ext uri="{FF2B5EF4-FFF2-40B4-BE49-F238E27FC236}">
                <a16:creationId xmlns:a16="http://schemas.microsoft.com/office/drawing/2014/main" id="{EF618042-8E14-5F7D-FA79-8007F9DCCAB7}"/>
              </a:ext>
            </a:extLst>
          </p:cNvPr>
          <p:cNvSpPr/>
          <p:nvPr/>
        </p:nvSpPr>
        <p:spPr>
          <a:xfrm>
            <a:off x="70378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t10</a:t>
            </a:r>
            <a:endParaRPr lang="en-US" sz="900" dirty="0"/>
          </a:p>
        </p:txBody>
      </p:sp>
      <p:sp>
        <p:nvSpPr>
          <p:cNvPr id="24" name="Shape 23">
            <a:extLst>
              <a:ext uri="{FF2B5EF4-FFF2-40B4-BE49-F238E27FC236}">
                <a16:creationId xmlns:a16="http://schemas.microsoft.com/office/drawing/2014/main" id="{FF5D3E38-B1F6-F685-326E-DAEA93BC6FC5}"/>
              </a:ext>
            </a:extLst>
          </p:cNvPr>
          <p:cNvSpPr/>
          <p:nvPr/>
        </p:nvSpPr>
        <p:spPr>
          <a:xfrm>
            <a:off x="76504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25" name="Text 24">
            <a:extLst>
              <a:ext uri="{FF2B5EF4-FFF2-40B4-BE49-F238E27FC236}">
                <a16:creationId xmlns:a16="http://schemas.microsoft.com/office/drawing/2014/main" id="{6E0C4860-AFFA-55C7-4564-17C410F12B0C}"/>
              </a:ext>
            </a:extLst>
          </p:cNvPr>
          <p:cNvSpPr/>
          <p:nvPr/>
        </p:nvSpPr>
        <p:spPr>
          <a:xfrm>
            <a:off x="77236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t11</a:t>
            </a:r>
            <a:endParaRPr lang="en-US" sz="900" dirty="0"/>
          </a:p>
        </p:txBody>
      </p:sp>
      <p:sp>
        <p:nvSpPr>
          <p:cNvPr id="26" name="Shape 25">
            <a:extLst>
              <a:ext uri="{FF2B5EF4-FFF2-40B4-BE49-F238E27FC236}">
                <a16:creationId xmlns:a16="http://schemas.microsoft.com/office/drawing/2014/main" id="{4BCC6555-1C54-1CBF-EA7C-3BAEF3BB9ED3}"/>
              </a:ext>
            </a:extLst>
          </p:cNvPr>
          <p:cNvSpPr/>
          <p:nvPr/>
        </p:nvSpPr>
        <p:spPr>
          <a:xfrm>
            <a:off x="8336280" y="1840832"/>
            <a:ext cx="457200" cy="411480"/>
          </a:xfrm>
          <a:prstGeom prst="roundRect">
            <a:avLst>
              <a:gd name="adj" fmla="val 17778"/>
            </a:avLst>
          </a:prstGeom>
          <a:solidFill>
            <a:srgbClr val="D1FAE5"/>
          </a:solidFill>
          <a:ln w="12700">
            <a:solidFill>
              <a:srgbClr val="059669"/>
            </a:solidFill>
            <a:prstDash val="solid"/>
          </a:ln>
        </p:spPr>
        <p:txBody>
          <a:bodyPr/>
          <a:lstStyle/>
          <a:p>
            <a:endParaRPr lang="en-CN"/>
          </a:p>
        </p:txBody>
      </p:sp>
      <p:sp>
        <p:nvSpPr>
          <p:cNvPr id="27" name="Text 26">
            <a:extLst>
              <a:ext uri="{FF2B5EF4-FFF2-40B4-BE49-F238E27FC236}">
                <a16:creationId xmlns:a16="http://schemas.microsoft.com/office/drawing/2014/main" id="{581A4146-0400-7C29-A66A-F431BE3A3FE9}"/>
              </a:ext>
            </a:extLst>
          </p:cNvPr>
          <p:cNvSpPr/>
          <p:nvPr/>
        </p:nvSpPr>
        <p:spPr>
          <a:xfrm>
            <a:off x="8409432" y="1913984"/>
            <a:ext cx="310896" cy="265176"/>
          </a:xfrm>
          <a:prstGeom prst="rect">
            <a:avLst/>
          </a:prstGeom>
          <a:noFill/>
          <a:ln/>
        </p:spPr>
        <p:txBody>
          <a:bodyPr wrap="square" lIns="0" tIns="0" rIns="0" bIns="0" rtlCol="0" anchor="ctr">
            <a:normAutofit/>
          </a:bodyPr>
          <a:lstStyle/>
          <a:p>
            <a:pPr marL="0" indent="0" algn="ctr">
              <a:buNone/>
            </a:pPr>
            <a:r>
              <a:rPr lang="en-US" sz="900" b="1" dirty="0">
                <a:solidFill>
                  <a:srgbClr val="0F172A"/>
                </a:solidFill>
              </a:rPr>
              <a:t>t12</a:t>
            </a:r>
            <a:endParaRPr lang="en-US" sz="900" dirty="0"/>
          </a:p>
        </p:txBody>
      </p:sp>
      <p:sp>
        <p:nvSpPr>
          <p:cNvPr id="28" name="Text 27">
            <a:extLst>
              <a:ext uri="{FF2B5EF4-FFF2-40B4-BE49-F238E27FC236}">
                <a16:creationId xmlns:a16="http://schemas.microsoft.com/office/drawing/2014/main" id="{540650F7-0A1C-977D-E4F6-AD4BAAE0F220}"/>
              </a:ext>
            </a:extLst>
          </p:cNvPr>
          <p:cNvSpPr/>
          <p:nvPr/>
        </p:nvSpPr>
        <p:spPr>
          <a:xfrm>
            <a:off x="838200" y="2480912"/>
            <a:ext cx="8229600" cy="256032"/>
          </a:xfrm>
          <a:prstGeom prst="rect">
            <a:avLst/>
          </a:prstGeom>
          <a:noFill/>
          <a:ln/>
        </p:spPr>
        <p:txBody>
          <a:bodyPr wrap="square" lIns="0" tIns="0" rIns="0" bIns="0" rtlCol="0" anchor="ctr"/>
          <a:lstStyle/>
          <a:p>
            <a:pPr marL="0" indent="0">
              <a:buNone/>
            </a:pPr>
            <a:r>
              <a:rPr lang="en-US" sz="1100" b="1" dirty="0">
                <a:solidFill>
                  <a:srgbClr val="334155"/>
                </a:solidFill>
              </a:rPr>
              <a:t>Keep recent + important tokens; evict low-utility entries.</a:t>
            </a:r>
            <a:endParaRPr lang="en-US" sz="1100" dirty="0"/>
          </a:p>
        </p:txBody>
      </p:sp>
      <p:sp>
        <p:nvSpPr>
          <p:cNvPr id="29" name="Shape 28">
            <a:extLst>
              <a:ext uri="{FF2B5EF4-FFF2-40B4-BE49-F238E27FC236}">
                <a16:creationId xmlns:a16="http://schemas.microsoft.com/office/drawing/2014/main" id="{ECCA0294-631A-B10F-C9DD-1AAF8ADC51FB}"/>
              </a:ext>
            </a:extLst>
          </p:cNvPr>
          <p:cNvSpPr/>
          <p:nvPr/>
        </p:nvSpPr>
        <p:spPr>
          <a:xfrm>
            <a:off x="838200" y="3258152"/>
            <a:ext cx="2194560" cy="685800"/>
          </a:xfrm>
          <a:prstGeom prst="roundRect">
            <a:avLst>
              <a:gd name="adj" fmla="val 10667"/>
            </a:avLst>
          </a:prstGeom>
          <a:solidFill>
            <a:srgbClr val="DBEAFE"/>
          </a:solidFill>
          <a:ln w="12700">
            <a:solidFill>
              <a:srgbClr val="1D4ED8"/>
            </a:solidFill>
            <a:prstDash val="solid"/>
          </a:ln>
        </p:spPr>
        <p:txBody>
          <a:bodyPr/>
          <a:lstStyle/>
          <a:p>
            <a:endParaRPr lang="en-CN"/>
          </a:p>
        </p:txBody>
      </p:sp>
      <p:sp>
        <p:nvSpPr>
          <p:cNvPr id="30" name="Text 29">
            <a:extLst>
              <a:ext uri="{FF2B5EF4-FFF2-40B4-BE49-F238E27FC236}">
                <a16:creationId xmlns:a16="http://schemas.microsoft.com/office/drawing/2014/main" id="{FAC8A59E-760E-ADB5-FD14-A1119B20D2A3}"/>
              </a:ext>
            </a:extLst>
          </p:cNvPr>
          <p:cNvSpPr/>
          <p:nvPr/>
        </p:nvSpPr>
        <p:spPr>
          <a:xfrm>
            <a:off x="911352" y="3331304"/>
            <a:ext cx="2048256" cy="5394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rPr>
              <a:t>Recent window</a:t>
            </a:r>
            <a:endParaRPr lang="en-US" sz="1200" dirty="0"/>
          </a:p>
        </p:txBody>
      </p:sp>
      <p:sp>
        <p:nvSpPr>
          <p:cNvPr id="31" name="Shape 30">
            <a:extLst>
              <a:ext uri="{FF2B5EF4-FFF2-40B4-BE49-F238E27FC236}">
                <a16:creationId xmlns:a16="http://schemas.microsoft.com/office/drawing/2014/main" id="{21D1636A-3670-18D4-F926-149F7416B2EF}"/>
              </a:ext>
            </a:extLst>
          </p:cNvPr>
          <p:cNvSpPr/>
          <p:nvPr/>
        </p:nvSpPr>
        <p:spPr>
          <a:xfrm>
            <a:off x="3444240" y="3258152"/>
            <a:ext cx="2194560" cy="685800"/>
          </a:xfrm>
          <a:prstGeom prst="roundRect">
            <a:avLst>
              <a:gd name="adj" fmla="val 10667"/>
            </a:avLst>
          </a:prstGeom>
          <a:solidFill>
            <a:srgbClr val="D1FAE5"/>
          </a:solidFill>
          <a:ln w="12700">
            <a:solidFill>
              <a:srgbClr val="059669"/>
            </a:solidFill>
            <a:prstDash val="solid"/>
          </a:ln>
        </p:spPr>
        <p:txBody>
          <a:bodyPr/>
          <a:lstStyle/>
          <a:p>
            <a:endParaRPr lang="en-CN"/>
          </a:p>
        </p:txBody>
      </p:sp>
      <p:sp>
        <p:nvSpPr>
          <p:cNvPr id="32" name="Text 31">
            <a:extLst>
              <a:ext uri="{FF2B5EF4-FFF2-40B4-BE49-F238E27FC236}">
                <a16:creationId xmlns:a16="http://schemas.microsoft.com/office/drawing/2014/main" id="{D05268A7-2AB7-7626-B729-45FEC07399F0}"/>
              </a:ext>
            </a:extLst>
          </p:cNvPr>
          <p:cNvSpPr/>
          <p:nvPr/>
        </p:nvSpPr>
        <p:spPr>
          <a:xfrm>
            <a:off x="3517392" y="3331304"/>
            <a:ext cx="2048256" cy="5394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rPr>
              <a:t>Heavy hitters</a:t>
            </a:r>
            <a:endParaRPr lang="en-US" sz="1200" dirty="0"/>
          </a:p>
        </p:txBody>
      </p:sp>
      <p:sp>
        <p:nvSpPr>
          <p:cNvPr id="33" name="Shape 32">
            <a:extLst>
              <a:ext uri="{FF2B5EF4-FFF2-40B4-BE49-F238E27FC236}">
                <a16:creationId xmlns:a16="http://schemas.microsoft.com/office/drawing/2014/main" id="{7643A6C9-22A5-E6F5-0282-0BF56E601060}"/>
              </a:ext>
            </a:extLst>
          </p:cNvPr>
          <p:cNvSpPr/>
          <p:nvPr/>
        </p:nvSpPr>
        <p:spPr>
          <a:xfrm>
            <a:off x="6050280" y="3258152"/>
            <a:ext cx="2194560" cy="685800"/>
          </a:xfrm>
          <a:prstGeom prst="roundRect">
            <a:avLst>
              <a:gd name="adj" fmla="val 10667"/>
            </a:avLst>
          </a:prstGeom>
          <a:solidFill>
            <a:srgbClr val="EDE9FE"/>
          </a:solidFill>
          <a:ln w="12700">
            <a:solidFill>
              <a:srgbClr val="7C3AED"/>
            </a:solidFill>
            <a:prstDash val="solid"/>
          </a:ln>
        </p:spPr>
        <p:txBody>
          <a:bodyPr/>
          <a:lstStyle/>
          <a:p>
            <a:endParaRPr lang="en-CN"/>
          </a:p>
        </p:txBody>
      </p:sp>
      <p:sp>
        <p:nvSpPr>
          <p:cNvPr id="34" name="Text 33">
            <a:extLst>
              <a:ext uri="{FF2B5EF4-FFF2-40B4-BE49-F238E27FC236}">
                <a16:creationId xmlns:a16="http://schemas.microsoft.com/office/drawing/2014/main" id="{E3A9536D-92F2-41E6-B286-11A0A1B52FB8}"/>
              </a:ext>
            </a:extLst>
          </p:cNvPr>
          <p:cNvSpPr/>
          <p:nvPr/>
        </p:nvSpPr>
        <p:spPr>
          <a:xfrm>
            <a:off x="6123432" y="3331304"/>
            <a:ext cx="2048256" cy="5394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rPr>
              <a:t>Attention sinks</a:t>
            </a:r>
            <a:endParaRPr lang="en-US" sz="1200" dirty="0"/>
          </a:p>
        </p:txBody>
      </p:sp>
      <p:sp>
        <p:nvSpPr>
          <p:cNvPr id="35" name="Shape 34">
            <a:extLst>
              <a:ext uri="{FF2B5EF4-FFF2-40B4-BE49-F238E27FC236}">
                <a16:creationId xmlns:a16="http://schemas.microsoft.com/office/drawing/2014/main" id="{3BE46E09-9265-837C-5F70-197AD5D477C4}"/>
              </a:ext>
            </a:extLst>
          </p:cNvPr>
          <p:cNvSpPr/>
          <p:nvPr/>
        </p:nvSpPr>
        <p:spPr>
          <a:xfrm>
            <a:off x="8656320" y="3258152"/>
            <a:ext cx="2194560" cy="685800"/>
          </a:xfrm>
          <a:prstGeom prst="roundRect">
            <a:avLst>
              <a:gd name="adj" fmla="val 10667"/>
            </a:avLst>
          </a:prstGeom>
          <a:solidFill>
            <a:srgbClr val="FEF3C7"/>
          </a:solidFill>
          <a:ln w="12700">
            <a:solidFill>
              <a:srgbClr val="D97706"/>
            </a:solidFill>
            <a:prstDash val="solid"/>
          </a:ln>
        </p:spPr>
        <p:txBody>
          <a:bodyPr/>
          <a:lstStyle/>
          <a:p>
            <a:endParaRPr lang="en-CN"/>
          </a:p>
        </p:txBody>
      </p:sp>
      <p:sp>
        <p:nvSpPr>
          <p:cNvPr id="36" name="Text 35">
            <a:extLst>
              <a:ext uri="{FF2B5EF4-FFF2-40B4-BE49-F238E27FC236}">
                <a16:creationId xmlns:a16="http://schemas.microsoft.com/office/drawing/2014/main" id="{CD4F971F-8B5C-B8D0-4CF1-1A780C4F0044}"/>
              </a:ext>
            </a:extLst>
          </p:cNvPr>
          <p:cNvSpPr/>
          <p:nvPr/>
        </p:nvSpPr>
        <p:spPr>
          <a:xfrm>
            <a:off x="8729472" y="3331304"/>
            <a:ext cx="2048256" cy="539496"/>
          </a:xfrm>
          <a:prstGeom prst="rect">
            <a:avLst/>
          </a:prstGeom>
          <a:noFill/>
          <a:ln/>
        </p:spPr>
        <p:txBody>
          <a:bodyPr wrap="square" lIns="0" tIns="0" rIns="0" bIns="0" rtlCol="0" anchor="ctr">
            <a:normAutofit/>
          </a:bodyPr>
          <a:lstStyle/>
          <a:p>
            <a:pPr marL="0" indent="0" algn="ctr">
              <a:buNone/>
            </a:pPr>
            <a:r>
              <a:rPr lang="en-US" sz="1200" b="1" dirty="0">
                <a:solidFill>
                  <a:srgbClr val="0F172A"/>
                </a:solidFill>
              </a:rPr>
              <a:t>Per-head budgets</a:t>
            </a:r>
            <a:endParaRPr lang="en-US" sz="1200" dirty="0"/>
          </a:p>
        </p:txBody>
      </p:sp>
      <p:sp>
        <p:nvSpPr>
          <p:cNvPr id="37" name="Text 36">
            <a:extLst>
              <a:ext uri="{FF2B5EF4-FFF2-40B4-BE49-F238E27FC236}">
                <a16:creationId xmlns:a16="http://schemas.microsoft.com/office/drawing/2014/main" id="{7F15CCBB-553A-022E-4E8E-DD5BAF9BE124}"/>
              </a:ext>
            </a:extLst>
          </p:cNvPr>
          <p:cNvSpPr/>
          <p:nvPr/>
        </p:nvSpPr>
        <p:spPr>
          <a:xfrm>
            <a:off x="1021080" y="4675472"/>
            <a:ext cx="10149840" cy="1325880"/>
          </a:xfrm>
          <a:prstGeom prst="rect">
            <a:avLst/>
          </a:prstGeom>
          <a:noFill/>
          <a:ln/>
        </p:spPr>
        <p:txBody>
          <a:bodyPr wrap="square" lIns="635" tIns="635" rIns="635" bIns="635" rtlCol="0" anchor="ctr">
            <a:normAutofit/>
          </a:bodyPr>
          <a:lstStyle/>
          <a:p>
            <a:r>
              <a:rPr lang="en-US" sz="1450" dirty="0">
                <a:solidFill>
                  <a:srgbClr val="334155"/>
                </a:solidFill>
                <a:latin typeface="Aptos" pitchFamily="34" charset="0"/>
                <a:ea typeface="Aptos" pitchFamily="34" charset="-122"/>
                <a:cs typeface="Aptos" pitchFamily="34" charset="-120"/>
              </a:rPr>
              <a:t>Token-level pruning: remove individual K/V positions.</a:t>
            </a:r>
            <a:endParaRPr lang="en-US" sz="1450" dirty="0"/>
          </a:p>
          <a:p>
            <a:r>
              <a:rPr lang="en-US" sz="1450" dirty="0">
                <a:solidFill>
                  <a:srgbClr val="334155"/>
                </a:solidFill>
                <a:latin typeface="Aptos" pitchFamily="34" charset="0"/>
                <a:ea typeface="Aptos" pitchFamily="34" charset="-122"/>
                <a:cs typeface="Aptos" pitchFamily="34" charset="-120"/>
              </a:rPr>
              <a:t>Block-level pruning: evict page/block units to match serving-system memory managers.</a:t>
            </a:r>
            <a:endParaRPr lang="en-US" sz="1450" dirty="0"/>
          </a:p>
          <a:p>
            <a:r>
              <a:rPr lang="en-US" sz="1450" dirty="0">
                <a:solidFill>
                  <a:srgbClr val="334155"/>
                </a:solidFill>
                <a:latin typeface="Aptos" pitchFamily="34" charset="0"/>
                <a:ea typeface="Aptos" pitchFamily="34" charset="-122"/>
                <a:cs typeface="Aptos" pitchFamily="34" charset="-120"/>
              </a:rPr>
              <a:t>Dynamic eviction: update importance as generation progresses.</a:t>
            </a:r>
            <a:endParaRPr lang="en-US" sz="1450" dirty="0"/>
          </a:p>
          <a:p>
            <a:r>
              <a:rPr lang="en-US" sz="1450" dirty="0">
                <a:solidFill>
                  <a:srgbClr val="334155"/>
                </a:solidFill>
                <a:latin typeface="Aptos" pitchFamily="34" charset="0"/>
                <a:ea typeface="Aptos" pitchFamily="34" charset="-122"/>
                <a:cs typeface="Aptos" pitchFamily="34" charset="-120"/>
              </a:rPr>
              <a:t>Main risk: deleting a token that becomes important later.</a:t>
            </a:r>
            <a:endParaRPr lang="en-US" sz="1450" dirty="0"/>
          </a:p>
        </p:txBody>
      </p:sp>
    </p:spTree>
    <p:extLst>
      <p:ext uri="{BB962C8B-B14F-4D97-AF65-F5344CB8AC3E}">
        <p14:creationId xmlns:p14="http://schemas.microsoft.com/office/powerpoint/2010/main" val="2877438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43711-9180-B956-362C-5D347716A95D}"/>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911ED1A1-31AC-54D2-B93D-386C6947BA47}"/>
              </a:ext>
            </a:extLst>
          </p:cNvPr>
          <p:cNvSpPr txBox="1">
            <a:spLocks/>
          </p:cNvSpPr>
          <p:nvPr/>
        </p:nvSpPr>
        <p:spPr>
          <a:xfrm>
            <a:off x="1133528" y="502639"/>
            <a:ext cx="269732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5 - Pruning / Eviction</a:t>
            </a:r>
          </a:p>
        </p:txBody>
      </p:sp>
      <p:sp>
        <p:nvSpPr>
          <p:cNvPr id="38" name="Text 0">
            <a:extLst>
              <a:ext uri="{FF2B5EF4-FFF2-40B4-BE49-F238E27FC236}">
                <a16:creationId xmlns:a16="http://schemas.microsoft.com/office/drawing/2014/main" id="{F69DF879-3C66-8504-437B-B6A83233334C}"/>
              </a:ext>
            </a:extLst>
          </p:cNvPr>
          <p:cNvSpPr/>
          <p:nvPr/>
        </p:nvSpPr>
        <p:spPr>
          <a:xfrm>
            <a:off x="740336" y="1130006"/>
            <a:ext cx="10972800" cy="411480"/>
          </a:xfrm>
          <a:prstGeom prst="rect">
            <a:avLst/>
          </a:prstGeom>
          <a:noFill/>
          <a:ln/>
        </p:spPr>
        <p:txBody>
          <a:bodyPr wrap="square" lIns="0" tIns="0" rIns="0" bIns="0" rtlCol="0" anchor="ctr"/>
          <a:lstStyle/>
          <a:p>
            <a:pPr marL="0" indent="0">
              <a:buNone/>
            </a:pP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H</a:t>
            </a:r>
            <a:r>
              <a:rPr lang="en-US" sz="2400" b="1" baseline="-25000" dirty="0">
                <a:solidFill>
                  <a:srgbClr val="0F172A"/>
                </a:solidFill>
                <a:latin typeface="Times New Roman" panose="02020603050405020304" pitchFamily="18" charset="0"/>
                <a:ea typeface="Aptos Display" pitchFamily="34" charset="-122"/>
                <a:cs typeface="Times New Roman" panose="02020603050405020304" pitchFamily="18" charset="0"/>
              </a:rPr>
              <a:t>2</a:t>
            </a: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O: Heavy-Hitter Oracle</a:t>
            </a:r>
            <a:endParaRPr lang="en-US" sz="2400" dirty="0">
              <a:latin typeface="Times New Roman" panose="02020603050405020304" pitchFamily="18" charset="0"/>
              <a:cs typeface="Times New Roman" panose="02020603050405020304" pitchFamily="18" charset="0"/>
            </a:endParaRPr>
          </a:p>
        </p:txBody>
      </p:sp>
      <p:sp>
        <p:nvSpPr>
          <p:cNvPr id="39" name="Text 1">
            <a:extLst>
              <a:ext uri="{FF2B5EF4-FFF2-40B4-BE49-F238E27FC236}">
                <a16:creationId xmlns:a16="http://schemas.microsoft.com/office/drawing/2014/main" id="{182FE7AE-187F-A889-03E1-B2F23EC918D5}"/>
              </a:ext>
            </a:extLst>
          </p:cNvPr>
          <p:cNvSpPr/>
          <p:nvPr/>
        </p:nvSpPr>
        <p:spPr>
          <a:xfrm>
            <a:off x="767768" y="1550630"/>
            <a:ext cx="10698480" cy="320040"/>
          </a:xfrm>
          <a:prstGeom prst="rect">
            <a:avLst/>
          </a:prstGeom>
          <a:noFill/>
          <a:ln/>
        </p:spPr>
        <p:txBody>
          <a:bodyPr wrap="square" lIns="0" tIns="0" rIns="0" bIns="0" rtlCol="0" anchor="ctr"/>
          <a:lstStyle/>
          <a:p>
            <a:pPr marL="0" indent="0">
              <a:buNone/>
            </a:pPr>
            <a:r>
              <a:rPr lang="en-US" sz="1050" dirty="0">
                <a:solidFill>
                  <a:srgbClr val="64748B"/>
                </a:solidFill>
                <a:latin typeface="Times New Roman" panose="02020603050405020304" pitchFamily="18" charset="0"/>
                <a:cs typeface="Times New Roman" panose="02020603050405020304" pitchFamily="18" charset="0"/>
              </a:rPr>
              <a:t>H</a:t>
            </a:r>
            <a:r>
              <a:rPr lang="en-US" sz="1050" baseline="-25000" dirty="0">
                <a:solidFill>
                  <a:srgbClr val="64748B"/>
                </a:solidFill>
                <a:latin typeface="Times New Roman" panose="02020603050405020304" pitchFamily="18" charset="0"/>
                <a:cs typeface="Times New Roman" panose="02020603050405020304" pitchFamily="18" charset="0"/>
              </a:rPr>
              <a:t>2</a:t>
            </a:r>
            <a:r>
              <a:rPr lang="en-US" sz="1050" dirty="0">
                <a:solidFill>
                  <a:srgbClr val="64748B"/>
                </a:solidFill>
                <a:latin typeface="Times New Roman" panose="02020603050405020304" pitchFamily="18" charset="0"/>
                <a:cs typeface="Times New Roman" panose="02020603050405020304" pitchFamily="18" charset="0"/>
              </a:rPr>
              <a:t>O keeps a small set of high-impact tokens plus recent tokens.</a:t>
            </a:r>
            <a:endParaRPr lang="en-US" sz="1050" dirty="0">
              <a:latin typeface="Times New Roman" panose="02020603050405020304" pitchFamily="18" charset="0"/>
              <a:cs typeface="Times New Roman" panose="02020603050405020304" pitchFamily="18" charset="0"/>
            </a:endParaRPr>
          </a:p>
        </p:txBody>
      </p:sp>
      <p:sp>
        <p:nvSpPr>
          <p:cNvPr id="40" name="Shape 3">
            <a:extLst>
              <a:ext uri="{FF2B5EF4-FFF2-40B4-BE49-F238E27FC236}">
                <a16:creationId xmlns:a16="http://schemas.microsoft.com/office/drawing/2014/main" id="{32FA39F9-5255-17E9-6FE1-83929BB2DBAD}"/>
              </a:ext>
            </a:extLst>
          </p:cNvPr>
          <p:cNvSpPr/>
          <p:nvPr/>
        </p:nvSpPr>
        <p:spPr>
          <a:xfrm>
            <a:off x="1042088" y="2071838"/>
            <a:ext cx="2286000" cy="822960"/>
          </a:xfrm>
          <a:prstGeom prst="roundRect">
            <a:avLst>
              <a:gd name="adj" fmla="val 8889"/>
            </a:avLst>
          </a:prstGeom>
          <a:solidFill>
            <a:srgbClr val="DBEAFE"/>
          </a:solidFill>
          <a:ln w="12700">
            <a:solidFill>
              <a:srgbClr val="1D4ED8"/>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1" name="Text 4">
            <a:extLst>
              <a:ext uri="{FF2B5EF4-FFF2-40B4-BE49-F238E27FC236}">
                <a16:creationId xmlns:a16="http://schemas.microsoft.com/office/drawing/2014/main" id="{108CBC13-5447-BD94-A40B-0FA0339A9E9F}"/>
              </a:ext>
            </a:extLst>
          </p:cNvPr>
          <p:cNvSpPr/>
          <p:nvPr/>
        </p:nvSpPr>
        <p:spPr>
          <a:xfrm>
            <a:off x="1115240" y="2144990"/>
            <a:ext cx="2139696" cy="676656"/>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Attention history</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accumulated scores</a:t>
            </a:r>
            <a:endParaRPr lang="en-US" sz="1250" dirty="0">
              <a:latin typeface="Times New Roman" panose="02020603050405020304" pitchFamily="18" charset="0"/>
              <a:cs typeface="Times New Roman" panose="02020603050405020304" pitchFamily="18" charset="0"/>
            </a:endParaRPr>
          </a:p>
        </p:txBody>
      </p:sp>
      <p:sp>
        <p:nvSpPr>
          <p:cNvPr id="42" name="Shape 5">
            <a:extLst>
              <a:ext uri="{FF2B5EF4-FFF2-40B4-BE49-F238E27FC236}">
                <a16:creationId xmlns:a16="http://schemas.microsoft.com/office/drawing/2014/main" id="{19C356AD-321A-4E91-73A4-14C45C31BE2D}"/>
              </a:ext>
            </a:extLst>
          </p:cNvPr>
          <p:cNvSpPr/>
          <p:nvPr/>
        </p:nvSpPr>
        <p:spPr>
          <a:xfrm>
            <a:off x="3465248" y="2483318"/>
            <a:ext cx="59436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43" name="Shape 6">
            <a:extLst>
              <a:ext uri="{FF2B5EF4-FFF2-40B4-BE49-F238E27FC236}">
                <a16:creationId xmlns:a16="http://schemas.microsoft.com/office/drawing/2014/main" id="{1100DDE2-3D7E-A4CD-1EB9-A8096F96C3F8}"/>
              </a:ext>
            </a:extLst>
          </p:cNvPr>
          <p:cNvSpPr/>
          <p:nvPr/>
        </p:nvSpPr>
        <p:spPr>
          <a:xfrm>
            <a:off x="4196768" y="1934678"/>
            <a:ext cx="2971800" cy="1097280"/>
          </a:xfrm>
          <a:prstGeom prst="roundRect">
            <a:avLst>
              <a:gd name="adj" fmla="val 6667"/>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4" name="Text 7">
            <a:extLst>
              <a:ext uri="{FF2B5EF4-FFF2-40B4-BE49-F238E27FC236}">
                <a16:creationId xmlns:a16="http://schemas.microsoft.com/office/drawing/2014/main" id="{5B0C1923-EDCD-7721-E734-2F69DA7FA165}"/>
              </a:ext>
            </a:extLst>
          </p:cNvPr>
          <p:cNvSpPr/>
          <p:nvPr/>
        </p:nvSpPr>
        <p:spPr>
          <a:xfrm>
            <a:off x="4269920" y="2007830"/>
            <a:ext cx="2825496" cy="950976"/>
          </a:xfrm>
          <a:prstGeom prst="rect">
            <a:avLst/>
          </a:prstGeom>
          <a:noFill/>
          <a:ln/>
        </p:spPr>
        <p:txBody>
          <a:bodyPr wrap="square" lIns="0" tIns="0" rIns="0" bIns="0" rtlCol="0" anchor="ctr">
            <a:normAutofit/>
          </a:bodyPr>
          <a:lstStyle/>
          <a:p>
            <a:pPr marL="0" indent="0" algn="ctr">
              <a:buNone/>
            </a:pPr>
            <a:r>
              <a:rPr lang="en-US" sz="1220" b="1" dirty="0">
                <a:solidFill>
                  <a:srgbClr val="0F172A"/>
                </a:solidFill>
                <a:latin typeface="Times New Roman" panose="02020603050405020304" pitchFamily="18" charset="0"/>
                <a:cs typeface="Times New Roman" panose="02020603050405020304" pitchFamily="18" charset="0"/>
              </a:rPr>
              <a:t>Identify heavy hitters</a:t>
            </a:r>
            <a:endParaRPr lang="en-US" sz="1220" dirty="0">
              <a:latin typeface="Times New Roman" panose="02020603050405020304" pitchFamily="18" charset="0"/>
              <a:cs typeface="Times New Roman" panose="02020603050405020304" pitchFamily="18" charset="0"/>
            </a:endParaRPr>
          </a:p>
          <a:p>
            <a:pPr marL="0" indent="0" algn="ctr">
              <a:buNone/>
            </a:pPr>
            <a:r>
              <a:rPr lang="en-US" sz="1220" b="1" dirty="0">
                <a:solidFill>
                  <a:srgbClr val="0F172A"/>
                </a:solidFill>
                <a:latin typeface="Times New Roman" panose="02020603050405020304" pitchFamily="18" charset="0"/>
                <a:cs typeface="Times New Roman" panose="02020603050405020304" pitchFamily="18" charset="0"/>
              </a:rPr>
              <a:t>small set contributes most attention value</a:t>
            </a:r>
            <a:endParaRPr lang="en-US" sz="1220" dirty="0">
              <a:latin typeface="Times New Roman" panose="02020603050405020304" pitchFamily="18" charset="0"/>
              <a:cs typeface="Times New Roman" panose="02020603050405020304" pitchFamily="18" charset="0"/>
            </a:endParaRPr>
          </a:p>
        </p:txBody>
      </p:sp>
      <p:sp>
        <p:nvSpPr>
          <p:cNvPr id="45" name="Shape 8">
            <a:extLst>
              <a:ext uri="{FF2B5EF4-FFF2-40B4-BE49-F238E27FC236}">
                <a16:creationId xmlns:a16="http://schemas.microsoft.com/office/drawing/2014/main" id="{CBFCBDC4-C40E-0810-FC62-72F72E781160}"/>
              </a:ext>
            </a:extLst>
          </p:cNvPr>
          <p:cNvSpPr/>
          <p:nvPr/>
        </p:nvSpPr>
        <p:spPr>
          <a:xfrm>
            <a:off x="7305728" y="2483318"/>
            <a:ext cx="594360" cy="0"/>
          </a:xfrm>
          <a:prstGeom prst="line">
            <a:avLst/>
          </a:prstGeom>
          <a:noFill/>
          <a:ln w="16510">
            <a:solidFill>
              <a:srgbClr val="64748B"/>
            </a:solidFill>
            <a:prstDash val="solid"/>
            <a:headEnd type="none"/>
            <a:tailEnd type="triangle"/>
          </a:ln>
        </p:spPr>
        <p:txBody>
          <a:bodyPr/>
          <a:lstStyle/>
          <a:p>
            <a:endParaRPr lang="en-CN">
              <a:latin typeface="Times New Roman" panose="02020603050405020304" pitchFamily="18" charset="0"/>
              <a:cs typeface="Times New Roman" panose="02020603050405020304" pitchFamily="18" charset="0"/>
            </a:endParaRPr>
          </a:p>
        </p:txBody>
      </p:sp>
      <p:sp>
        <p:nvSpPr>
          <p:cNvPr id="46" name="Shape 9">
            <a:extLst>
              <a:ext uri="{FF2B5EF4-FFF2-40B4-BE49-F238E27FC236}">
                <a16:creationId xmlns:a16="http://schemas.microsoft.com/office/drawing/2014/main" id="{3A88B8DF-BF61-71AF-59B5-42016E0CBE74}"/>
              </a:ext>
            </a:extLst>
          </p:cNvPr>
          <p:cNvSpPr/>
          <p:nvPr/>
        </p:nvSpPr>
        <p:spPr>
          <a:xfrm>
            <a:off x="8037248" y="2071838"/>
            <a:ext cx="2560320" cy="822960"/>
          </a:xfrm>
          <a:prstGeom prst="roundRect">
            <a:avLst>
              <a:gd name="adj" fmla="val 8889"/>
            </a:avLst>
          </a:prstGeom>
          <a:solidFill>
            <a:srgbClr val="FEF3C7"/>
          </a:solidFill>
          <a:ln w="12700">
            <a:solidFill>
              <a:srgbClr val="D9770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7" name="Text 10">
            <a:extLst>
              <a:ext uri="{FF2B5EF4-FFF2-40B4-BE49-F238E27FC236}">
                <a16:creationId xmlns:a16="http://schemas.microsoft.com/office/drawing/2014/main" id="{A1F8C928-120F-F221-52CE-8E27403ECE64}"/>
              </a:ext>
            </a:extLst>
          </p:cNvPr>
          <p:cNvSpPr/>
          <p:nvPr/>
        </p:nvSpPr>
        <p:spPr>
          <a:xfrm>
            <a:off x="8110400" y="2144990"/>
            <a:ext cx="2414016" cy="676656"/>
          </a:xfrm>
          <a:prstGeom prst="rect">
            <a:avLst/>
          </a:prstGeom>
          <a:noFill/>
          <a:ln/>
        </p:spPr>
        <p:txBody>
          <a:bodyPr wrap="square" lIns="0" tIns="0" rIns="0" bIns="0" rtlCol="0" anchor="ctr">
            <a:normAutofit/>
          </a:bodyPr>
          <a:lstStyle/>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Retain heavy hitters</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0F172A"/>
                </a:solidFill>
                <a:latin typeface="Times New Roman" panose="02020603050405020304" pitchFamily="18" charset="0"/>
                <a:cs typeface="Times New Roman" panose="02020603050405020304" pitchFamily="18" charset="0"/>
              </a:rPr>
              <a:t>+ recent window</a:t>
            </a:r>
            <a:endParaRPr lang="en-US" sz="1250" dirty="0">
              <a:latin typeface="Times New Roman" panose="02020603050405020304" pitchFamily="18" charset="0"/>
              <a:cs typeface="Times New Roman" panose="02020603050405020304" pitchFamily="18" charset="0"/>
            </a:endParaRPr>
          </a:p>
        </p:txBody>
      </p:sp>
      <p:sp>
        <p:nvSpPr>
          <p:cNvPr id="48" name="Text 11">
            <a:extLst>
              <a:ext uri="{FF2B5EF4-FFF2-40B4-BE49-F238E27FC236}">
                <a16:creationId xmlns:a16="http://schemas.microsoft.com/office/drawing/2014/main" id="{5D617417-9362-DFE6-7231-C26F3621053B}"/>
              </a:ext>
            </a:extLst>
          </p:cNvPr>
          <p:cNvSpPr/>
          <p:nvPr/>
        </p:nvSpPr>
        <p:spPr>
          <a:xfrm>
            <a:off x="1133528" y="3809198"/>
            <a:ext cx="10241280" cy="1508760"/>
          </a:xfrm>
          <a:prstGeom prst="rect">
            <a:avLst/>
          </a:prstGeom>
          <a:noFill/>
          <a:ln/>
        </p:spPr>
        <p:txBody>
          <a:bodyPr wrap="square" lIns="635" tIns="635" rIns="635" bIns="635" rtlCol="0" anchor="ctr">
            <a:normAutofit/>
          </a:bodyPr>
          <a:lstStyle/>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Method name: H</a:t>
            </a:r>
            <a:r>
              <a:rPr lang="en-US" sz="1500" baseline="-25000" dirty="0">
                <a:solidFill>
                  <a:srgbClr val="334155"/>
                </a:solidFill>
                <a:latin typeface="Times New Roman" panose="02020603050405020304" pitchFamily="18" charset="0"/>
                <a:ea typeface="Aptos" pitchFamily="34" charset="-122"/>
                <a:cs typeface="Times New Roman" panose="02020603050405020304" pitchFamily="18" charset="0"/>
              </a:rPr>
              <a:t>2</a:t>
            </a:r>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O / Heavy-Hitter Oracle.</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Observation: a small portion of tokens receives most of the attention mass.</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Eviction policy: dynamically balance important historical tokens and recent tokens.</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Useful explanation: it turns cache selection into an online token-retention problem.</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1119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92F0-E2F7-82B7-3839-70DA57406119}"/>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CB155D03-F607-0A26-044A-298FF0BA3C85}"/>
              </a:ext>
            </a:extLst>
          </p:cNvPr>
          <p:cNvSpPr txBox="1">
            <a:spLocks/>
          </p:cNvSpPr>
          <p:nvPr/>
        </p:nvSpPr>
        <p:spPr>
          <a:xfrm>
            <a:off x="1133528" y="502639"/>
            <a:ext cx="269732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5 - Pruning / Eviction</a:t>
            </a:r>
          </a:p>
        </p:txBody>
      </p:sp>
      <p:sp>
        <p:nvSpPr>
          <p:cNvPr id="38" name="Text 0">
            <a:extLst>
              <a:ext uri="{FF2B5EF4-FFF2-40B4-BE49-F238E27FC236}">
                <a16:creationId xmlns:a16="http://schemas.microsoft.com/office/drawing/2014/main" id="{DD0BBA5C-9B28-E019-E092-FCDA58DA2B6E}"/>
              </a:ext>
            </a:extLst>
          </p:cNvPr>
          <p:cNvSpPr/>
          <p:nvPr/>
        </p:nvSpPr>
        <p:spPr>
          <a:xfrm>
            <a:off x="884561" y="1158881"/>
            <a:ext cx="10972800" cy="411480"/>
          </a:xfrm>
          <a:prstGeom prst="rect">
            <a:avLst/>
          </a:prstGeom>
          <a:noFill/>
          <a:ln/>
        </p:spPr>
        <p:txBody>
          <a:bodyPr wrap="square" lIns="0" tIns="0" rIns="0" bIns="0" rtlCol="0" anchor="ctr"/>
          <a:lstStyle/>
          <a:p>
            <a:pPr marL="0" indent="0">
              <a:buNone/>
            </a:pP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StreamingLLM: Attention Sinks + Sliding Window</a:t>
            </a:r>
            <a:endParaRPr lang="en-US" sz="2400" dirty="0">
              <a:latin typeface="Times New Roman" panose="02020603050405020304" pitchFamily="18" charset="0"/>
              <a:cs typeface="Times New Roman" panose="02020603050405020304" pitchFamily="18" charset="0"/>
            </a:endParaRPr>
          </a:p>
        </p:txBody>
      </p:sp>
      <p:sp>
        <p:nvSpPr>
          <p:cNvPr id="39" name="Text 1">
            <a:extLst>
              <a:ext uri="{FF2B5EF4-FFF2-40B4-BE49-F238E27FC236}">
                <a16:creationId xmlns:a16="http://schemas.microsoft.com/office/drawing/2014/main" id="{6733CF69-E023-2C3E-6A13-DEFBF908A593}"/>
              </a:ext>
            </a:extLst>
          </p:cNvPr>
          <p:cNvSpPr/>
          <p:nvPr/>
        </p:nvSpPr>
        <p:spPr>
          <a:xfrm>
            <a:off x="911993" y="1579505"/>
            <a:ext cx="10698480" cy="320040"/>
          </a:xfrm>
          <a:prstGeom prst="rect">
            <a:avLst/>
          </a:prstGeom>
          <a:noFill/>
          <a:ln/>
        </p:spPr>
        <p:txBody>
          <a:bodyPr wrap="square" lIns="0" tIns="0" rIns="0" bIns="0" rtlCol="0" anchor="ctr"/>
          <a:lstStyle/>
          <a:p>
            <a:pPr marL="0" indent="0">
              <a:buNone/>
            </a:pPr>
            <a:r>
              <a:rPr lang="en-US" sz="1050" dirty="0">
                <a:solidFill>
                  <a:srgbClr val="64748B"/>
                </a:solidFill>
                <a:latin typeface="Times New Roman" panose="02020603050405020304" pitchFamily="18" charset="0"/>
                <a:cs typeface="Times New Roman" panose="02020603050405020304" pitchFamily="18" charset="0"/>
              </a:rPr>
              <a:t>StreamingLLM shows why “only keep recent tokens” is not always enough.</a:t>
            </a:r>
            <a:endParaRPr lang="en-US" sz="1050" dirty="0">
              <a:latin typeface="Times New Roman" panose="02020603050405020304" pitchFamily="18" charset="0"/>
              <a:cs typeface="Times New Roman" panose="02020603050405020304" pitchFamily="18" charset="0"/>
            </a:endParaRPr>
          </a:p>
        </p:txBody>
      </p:sp>
      <p:sp>
        <p:nvSpPr>
          <p:cNvPr id="40" name="Shape 3">
            <a:extLst>
              <a:ext uri="{FF2B5EF4-FFF2-40B4-BE49-F238E27FC236}">
                <a16:creationId xmlns:a16="http://schemas.microsoft.com/office/drawing/2014/main" id="{5C3535D0-BEC4-A0CE-DD04-A7D25C6A7C65}"/>
              </a:ext>
            </a:extLst>
          </p:cNvPr>
          <p:cNvSpPr/>
          <p:nvPr/>
        </p:nvSpPr>
        <p:spPr>
          <a:xfrm>
            <a:off x="1232033" y="2283593"/>
            <a:ext cx="731520" cy="457200"/>
          </a:xfrm>
          <a:prstGeom prst="roundRect">
            <a:avLst>
              <a:gd name="adj" fmla="val 16000"/>
            </a:avLst>
          </a:prstGeom>
          <a:solidFill>
            <a:srgbClr val="EDE9FE"/>
          </a:solidFill>
          <a:ln w="12700">
            <a:solidFill>
              <a:srgbClr val="7C3AED"/>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1" name="Text 4">
            <a:extLst>
              <a:ext uri="{FF2B5EF4-FFF2-40B4-BE49-F238E27FC236}">
                <a16:creationId xmlns:a16="http://schemas.microsoft.com/office/drawing/2014/main" id="{167AAD17-E0B2-EB47-7C50-56304D39BD8C}"/>
              </a:ext>
            </a:extLst>
          </p:cNvPr>
          <p:cNvSpPr/>
          <p:nvPr/>
        </p:nvSpPr>
        <p:spPr>
          <a:xfrm>
            <a:off x="130518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sink 1</a:t>
            </a:r>
            <a:endParaRPr lang="en-US" sz="950" dirty="0">
              <a:latin typeface="Times New Roman" panose="02020603050405020304" pitchFamily="18" charset="0"/>
              <a:cs typeface="Times New Roman" panose="02020603050405020304" pitchFamily="18" charset="0"/>
            </a:endParaRPr>
          </a:p>
        </p:txBody>
      </p:sp>
      <p:sp>
        <p:nvSpPr>
          <p:cNvPr id="42" name="Shape 5">
            <a:extLst>
              <a:ext uri="{FF2B5EF4-FFF2-40B4-BE49-F238E27FC236}">
                <a16:creationId xmlns:a16="http://schemas.microsoft.com/office/drawing/2014/main" id="{8D3353BF-5728-8618-5D82-C1435B28F74D}"/>
              </a:ext>
            </a:extLst>
          </p:cNvPr>
          <p:cNvSpPr/>
          <p:nvPr/>
        </p:nvSpPr>
        <p:spPr>
          <a:xfrm>
            <a:off x="2237873" y="2283593"/>
            <a:ext cx="731520" cy="457200"/>
          </a:xfrm>
          <a:prstGeom prst="roundRect">
            <a:avLst>
              <a:gd name="adj" fmla="val 16000"/>
            </a:avLst>
          </a:prstGeom>
          <a:solidFill>
            <a:srgbClr val="EDE9FE"/>
          </a:solidFill>
          <a:ln w="12700">
            <a:solidFill>
              <a:srgbClr val="7C3AED"/>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3" name="Text 6">
            <a:extLst>
              <a:ext uri="{FF2B5EF4-FFF2-40B4-BE49-F238E27FC236}">
                <a16:creationId xmlns:a16="http://schemas.microsoft.com/office/drawing/2014/main" id="{B8607E59-EE7C-86E3-70AF-D278BE9C485F}"/>
              </a:ext>
            </a:extLst>
          </p:cNvPr>
          <p:cNvSpPr/>
          <p:nvPr/>
        </p:nvSpPr>
        <p:spPr>
          <a:xfrm>
            <a:off x="231102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sink 2</a:t>
            </a:r>
            <a:endParaRPr lang="en-US" sz="950" dirty="0">
              <a:latin typeface="Times New Roman" panose="02020603050405020304" pitchFamily="18" charset="0"/>
              <a:cs typeface="Times New Roman" panose="02020603050405020304" pitchFamily="18" charset="0"/>
            </a:endParaRPr>
          </a:p>
        </p:txBody>
      </p:sp>
      <p:sp>
        <p:nvSpPr>
          <p:cNvPr id="44" name="Shape 7">
            <a:extLst>
              <a:ext uri="{FF2B5EF4-FFF2-40B4-BE49-F238E27FC236}">
                <a16:creationId xmlns:a16="http://schemas.microsoft.com/office/drawing/2014/main" id="{AD4B0D12-B03C-8029-EA37-E2CD0B3DF4B3}"/>
              </a:ext>
            </a:extLst>
          </p:cNvPr>
          <p:cNvSpPr/>
          <p:nvPr/>
        </p:nvSpPr>
        <p:spPr>
          <a:xfrm>
            <a:off x="3243713" y="2283593"/>
            <a:ext cx="731520" cy="457200"/>
          </a:xfrm>
          <a:prstGeom prst="roundRect">
            <a:avLst>
              <a:gd name="adj" fmla="val 16000"/>
            </a:avLst>
          </a:prstGeom>
          <a:solidFill>
            <a:srgbClr val="FEE2E2"/>
          </a:solidFill>
          <a:ln w="1270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5" name="Text 8">
            <a:extLst>
              <a:ext uri="{FF2B5EF4-FFF2-40B4-BE49-F238E27FC236}">
                <a16:creationId xmlns:a16="http://schemas.microsoft.com/office/drawing/2014/main" id="{451FE4E0-7A5C-03C1-6DC5-D961B5E8BC34}"/>
              </a:ext>
            </a:extLst>
          </p:cNvPr>
          <p:cNvSpPr/>
          <p:nvPr/>
        </p:nvSpPr>
        <p:spPr>
          <a:xfrm>
            <a:off x="331686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old</a:t>
            </a:r>
            <a:endParaRPr lang="en-US" sz="950" dirty="0">
              <a:latin typeface="Times New Roman" panose="02020603050405020304" pitchFamily="18" charset="0"/>
              <a:cs typeface="Times New Roman" panose="02020603050405020304" pitchFamily="18" charset="0"/>
            </a:endParaRPr>
          </a:p>
        </p:txBody>
      </p:sp>
      <p:sp>
        <p:nvSpPr>
          <p:cNvPr id="46" name="Shape 9">
            <a:extLst>
              <a:ext uri="{FF2B5EF4-FFF2-40B4-BE49-F238E27FC236}">
                <a16:creationId xmlns:a16="http://schemas.microsoft.com/office/drawing/2014/main" id="{A81C9549-8EB4-2FF8-9D5E-2DB178533E2C}"/>
              </a:ext>
            </a:extLst>
          </p:cNvPr>
          <p:cNvSpPr/>
          <p:nvPr/>
        </p:nvSpPr>
        <p:spPr>
          <a:xfrm>
            <a:off x="4249553" y="2283593"/>
            <a:ext cx="731520" cy="457200"/>
          </a:xfrm>
          <a:prstGeom prst="roundRect">
            <a:avLst>
              <a:gd name="adj" fmla="val 16000"/>
            </a:avLst>
          </a:prstGeom>
          <a:solidFill>
            <a:srgbClr val="FEE2E2"/>
          </a:solidFill>
          <a:ln w="1270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7" name="Text 10">
            <a:extLst>
              <a:ext uri="{FF2B5EF4-FFF2-40B4-BE49-F238E27FC236}">
                <a16:creationId xmlns:a16="http://schemas.microsoft.com/office/drawing/2014/main" id="{4A262E38-3FFE-6FA6-5353-02229C02E577}"/>
              </a:ext>
            </a:extLst>
          </p:cNvPr>
          <p:cNvSpPr/>
          <p:nvPr/>
        </p:nvSpPr>
        <p:spPr>
          <a:xfrm>
            <a:off x="432270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old</a:t>
            </a:r>
            <a:endParaRPr lang="en-US" sz="950" dirty="0">
              <a:latin typeface="Times New Roman" panose="02020603050405020304" pitchFamily="18" charset="0"/>
              <a:cs typeface="Times New Roman" panose="02020603050405020304" pitchFamily="18" charset="0"/>
            </a:endParaRPr>
          </a:p>
        </p:txBody>
      </p:sp>
      <p:sp>
        <p:nvSpPr>
          <p:cNvPr id="48" name="Shape 11">
            <a:extLst>
              <a:ext uri="{FF2B5EF4-FFF2-40B4-BE49-F238E27FC236}">
                <a16:creationId xmlns:a16="http://schemas.microsoft.com/office/drawing/2014/main" id="{C6710913-06E4-6969-3138-5715F31E4FD5}"/>
              </a:ext>
            </a:extLst>
          </p:cNvPr>
          <p:cNvSpPr/>
          <p:nvPr/>
        </p:nvSpPr>
        <p:spPr>
          <a:xfrm>
            <a:off x="5255393" y="2283593"/>
            <a:ext cx="731520" cy="457200"/>
          </a:xfrm>
          <a:prstGeom prst="roundRect">
            <a:avLst>
              <a:gd name="adj" fmla="val 16000"/>
            </a:avLst>
          </a:prstGeom>
          <a:solidFill>
            <a:srgbClr val="FEE2E2"/>
          </a:solidFill>
          <a:ln w="1270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49" name="Text 12">
            <a:extLst>
              <a:ext uri="{FF2B5EF4-FFF2-40B4-BE49-F238E27FC236}">
                <a16:creationId xmlns:a16="http://schemas.microsoft.com/office/drawing/2014/main" id="{59834BA7-7146-395E-967D-84713B91AFFC}"/>
              </a:ext>
            </a:extLst>
          </p:cNvPr>
          <p:cNvSpPr/>
          <p:nvPr/>
        </p:nvSpPr>
        <p:spPr>
          <a:xfrm>
            <a:off x="532854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old</a:t>
            </a:r>
            <a:endParaRPr lang="en-US" sz="950" dirty="0">
              <a:latin typeface="Times New Roman" panose="02020603050405020304" pitchFamily="18" charset="0"/>
              <a:cs typeface="Times New Roman" panose="02020603050405020304" pitchFamily="18" charset="0"/>
            </a:endParaRPr>
          </a:p>
        </p:txBody>
      </p:sp>
      <p:sp>
        <p:nvSpPr>
          <p:cNvPr id="50" name="Shape 13">
            <a:extLst>
              <a:ext uri="{FF2B5EF4-FFF2-40B4-BE49-F238E27FC236}">
                <a16:creationId xmlns:a16="http://schemas.microsoft.com/office/drawing/2014/main" id="{FBC5AD4D-96CD-D47F-A69D-E75567908BE7}"/>
              </a:ext>
            </a:extLst>
          </p:cNvPr>
          <p:cNvSpPr/>
          <p:nvPr/>
        </p:nvSpPr>
        <p:spPr>
          <a:xfrm>
            <a:off x="6261233" y="2283593"/>
            <a:ext cx="731520" cy="457200"/>
          </a:xfrm>
          <a:prstGeom prst="roundRect">
            <a:avLst>
              <a:gd name="adj" fmla="val 16000"/>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51" name="Text 14">
            <a:extLst>
              <a:ext uri="{FF2B5EF4-FFF2-40B4-BE49-F238E27FC236}">
                <a16:creationId xmlns:a16="http://schemas.microsoft.com/office/drawing/2014/main" id="{5FED0D78-5754-5548-14A9-52EDA124E707}"/>
              </a:ext>
            </a:extLst>
          </p:cNvPr>
          <p:cNvSpPr/>
          <p:nvPr/>
        </p:nvSpPr>
        <p:spPr>
          <a:xfrm>
            <a:off x="633438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recent</a:t>
            </a:r>
            <a:endParaRPr lang="en-US" sz="950" dirty="0">
              <a:latin typeface="Times New Roman" panose="02020603050405020304" pitchFamily="18" charset="0"/>
              <a:cs typeface="Times New Roman" panose="02020603050405020304" pitchFamily="18" charset="0"/>
            </a:endParaRPr>
          </a:p>
        </p:txBody>
      </p:sp>
      <p:sp>
        <p:nvSpPr>
          <p:cNvPr id="52" name="Shape 15">
            <a:extLst>
              <a:ext uri="{FF2B5EF4-FFF2-40B4-BE49-F238E27FC236}">
                <a16:creationId xmlns:a16="http://schemas.microsoft.com/office/drawing/2014/main" id="{3F756EF1-7280-5EBE-9857-34A6CE02557C}"/>
              </a:ext>
            </a:extLst>
          </p:cNvPr>
          <p:cNvSpPr/>
          <p:nvPr/>
        </p:nvSpPr>
        <p:spPr>
          <a:xfrm>
            <a:off x="7267073" y="2283593"/>
            <a:ext cx="731520" cy="457200"/>
          </a:xfrm>
          <a:prstGeom prst="roundRect">
            <a:avLst>
              <a:gd name="adj" fmla="val 16000"/>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53" name="Text 16">
            <a:extLst>
              <a:ext uri="{FF2B5EF4-FFF2-40B4-BE49-F238E27FC236}">
                <a16:creationId xmlns:a16="http://schemas.microsoft.com/office/drawing/2014/main" id="{6692C538-8ABD-FA01-ACC5-05E563942DD1}"/>
              </a:ext>
            </a:extLst>
          </p:cNvPr>
          <p:cNvSpPr/>
          <p:nvPr/>
        </p:nvSpPr>
        <p:spPr>
          <a:xfrm>
            <a:off x="734022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recent</a:t>
            </a:r>
            <a:endParaRPr lang="en-US" sz="950" dirty="0">
              <a:latin typeface="Times New Roman" panose="02020603050405020304" pitchFamily="18" charset="0"/>
              <a:cs typeface="Times New Roman" panose="02020603050405020304" pitchFamily="18" charset="0"/>
            </a:endParaRPr>
          </a:p>
        </p:txBody>
      </p:sp>
      <p:sp>
        <p:nvSpPr>
          <p:cNvPr id="54" name="Shape 17">
            <a:extLst>
              <a:ext uri="{FF2B5EF4-FFF2-40B4-BE49-F238E27FC236}">
                <a16:creationId xmlns:a16="http://schemas.microsoft.com/office/drawing/2014/main" id="{2BB11A3B-AE58-A38E-D312-6AA184C0EBFD}"/>
              </a:ext>
            </a:extLst>
          </p:cNvPr>
          <p:cNvSpPr/>
          <p:nvPr/>
        </p:nvSpPr>
        <p:spPr>
          <a:xfrm>
            <a:off x="8272913" y="2283593"/>
            <a:ext cx="731520" cy="457200"/>
          </a:xfrm>
          <a:prstGeom prst="roundRect">
            <a:avLst>
              <a:gd name="adj" fmla="val 16000"/>
            </a:avLst>
          </a:prstGeom>
          <a:solidFill>
            <a:srgbClr val="D1FAE5"/>
          </a:solidFill>
          <a:ln w="12700">
            <a:solidFill>
              <a:srgbClr val="059669"/>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55" name="Text 18">
            <a:extLst>
              <a:ext uri="{FF2B5EF4-FFF2-40B4-BE49-F238E27FC236}">
                <a16:creationId xmlns:a16="http://schemas.microsoft.com/office/drawing/2014/main" id="{6CF9F995-1ADA-A2E1-51C2-2F54E4BEB10B}"/>
              </a:ext>
            </a:extLst>
          </p:cNvPr>
          <p:cNvSpPr/>
          <p:nvPr/>
        </p:nvSpPr>
        <p:spPr>
          <a:xfrm>
            <a:off x="8346065" y="2356745"/>
            <a:ext cx="585216" cy="310896"/>
          </a:xfrm>
          <a:prstGeom prst="rect">
            <a:avLst/>
          </a:prstGeom>
          <a:noFill/>
          <a:ln/>
        </p:spPr>
        <p:txBody>
          <a:bodyPr wrap="square" lIns="0" tIns="0" rIns="0" bIns="0" rtlCol="0" anchor="ctr">
            <a:normAutofit/>
          </a:bodyPr>
          <a:lstStyle/>
          <a:p>
            <a:pPr marL="0" indent="0" algn="ctr">
              <a:buNone/>
            </a:pPr>
            <a:r>
              <a:rPr lang="en-US" sz="950" b="1" dirty="0">
                <a:solidFill>
                  <a:srgbClr val="0F172A"/>
                </a:solidFill>
                <a:latin typeface="Times New Roman" panose="02020603050405020304" pitchFamily="18" charset="0"/>
                <a:cs typeface="Times New Roman" panose="02020603050405020304" pitchFamily="18" charset="0"/>
              </a:rPr>
              <a:t>new</a:t>
            </a:r>
            <a:endParaRPr lang="en-US" sz="950" dirty="0">
              <a:latin typeface="Times New Roman" panose="02020603050405020304" pitchFamily="18" charset="0"/>
              <a:cs typeface="Times New Roman" panose="02020603050405020304" pitchFamily="18" charset="0"/>
            </a:endParaRPr>
          </a:p>
        </p:txBody>
      </p:sp>
      <p:sp>
        <p:nvSpPr>
          <p:cNvPr id="56" name="Text 19">
            <a:extLst>
              <a:ext uri="{FF2B5EF4-FFF2-40B4-BE49-F238E27FC236}">
                <a16:creationId xmlns:a16="http://schemas.microsoft.com/office/drawing/2014/main" id="{87C02541-15A3-DAE7-EEE2-F949775480ED}"/>
              </a:ext>
            </a:extLst>
          </p:cNvPr>
          <p:cNvSpPr/>
          <p:nvPr/>
        </p:nvSpPr>
        <p:spPr>
          <a:xfrm>
            <a:off x="1232033" y="3015113"/>
            <a:ext cx="9601200" cy="256032"/>
          </a:xfrm>
          <a:prstGeom prst="rect">
            <a:avLst/>
          </a:prstGeom>
          <a:noFill/>
          <a:ln/>
        </p:spPr>
        <p:txBody>
          <a:bodyPr wrap="square" lIns="0" tIns="0" rIns="0" bIns="0" rtlCol="0" anchor="ctr"/>
          <a:lstStyle/>
          <a:p>
            <a:pPr marL="0" indent="0">
              <a:buNone/>
            </a:pPr>
            <a:r>
              <a:rPr lang="en-US" sz="1100" b="1" dirty="0">
                <a:solidFill>
                  <a:srgbClr val="334155"/>
                </a:solidFill>
                <a:latin typeface="Times New Roman" panose="02020603050405020304" pitchFamily="18" charset="0"/>
                <a:cs typeface="Times New Roman" panose="02020603050405020304" pitchFamily="18" charset="0"/>
              </a:rPr>
              <a:t>Keep initial sink tokens + a sliding recent window; discard the middle.</a:t>
            </a:r>
            <a:endParaRPr lang="en-US" sz="1100" dirty="0">
              <a:latin typeface="Times New Roman" panose="02020603050405020304" pitchFamily="18" charset="0"/>
              <a:cs typeface="Times New Roman" panose="02020603050405020304" pitchFamily="18" charset="0"/>
            </a:endParaRPr>
          </a:p>
        </p:txBody>
      </p:sp>
      <p:sp>
        <p:nvSpPr>
          <p:cNvPr id="57" name="Text 20">
            <a:extLst>
              <a:ext uri="{FF2B5EF4-FFF2-40B4-BE49-F238E27FC236}">
                <a16:creationId xmlns:a16="http://schemas.microsoft.com/office/drawing/2014/main" id="{E2DA92A4-5703-AAA6-8790-EA741EEF0BCE}"/>
              </a:ext>
            </a:extLst>
          </p:cNvPr>
          <p:cNvSpPr/>
          <p:nvPr/>
        </p:nvSpPr>
        <p:spPr>
          <a:xfrm>
            <a:off x="1277753" y="3838073"/>
            <a:ext cx="10241280" cy="1554480"/>
          </a:xfrm>
          <a:prstGeom prst="rect">
            <a:avLst/>
          </a:prstGeom>
          <a:noFill/>
          <a:ln/>
        </p:spPr>
        <p:txBody>
          <a:bodyPr wrap="square" lIns="635" tIns="635" rIns="635" bIns="635" rtlCol="0" anchor="ctr">
            <a:normAutofit/>
          </a:bodyPr>
          <a:lstStyle/>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Attention sink: initial tokens can receive high attention even if not semantically important.</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Pure sliding-window attention can fail when the sequence is longer than the cache size.</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StreamingLLM keeps sink tokens and a recent window to enable stable long streaming.</a:t>
            </a:r>
            <a:endParaRPr lang="en-US" sz="1500" dirty="0">
              <a:latin typeface="Times New Roman" panose="02020603050405020304" pitchFamily="18" charset="0"/>
              <a:cs typeface="Times New Roman" panose="02020603050405020304" pitchFamily="18" charset="0"/>
            </a:endParaRPr>
          </a:p>
          <a:p>
            <a:r>
              <a:rPr lang="en-US" sz="1500" dirty="0">
                <a:solidFill>
                  <a:srgbClr val="334155"/>
                </a:solidFill>
                <a:latin typeface="Times New Roman" panose="02020603050405020304" pitchFamily="18" charset="0"/>
                <a:ea typeface="Aptos" pitchFamily="34" charset="-122"/>
                <a:cs typeface="Times New Roman" panose="02020603050405020304" pitchFamily="18" charset="0"/>
              </a:rPr>
              <a:t>It is best explained as bounded-memory inference for very long conversations/streams.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3372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A1F1F-883C-7F7E-C01C-8EA6682BB68E}"/>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9C5A5919-F9FD-90D9-9705-74CFC808454E}"/>
              </a:ext>
            </a:extLst>
          </p:cNvPr>
          <p:cNvSpPr txBox="1">
            <a:spLocks/>
          </p:cNvSpPr>
          <p:nvPr/>
        </p:nvSpPr>
        <p:spPr>
          <a:xfrm>
            <a:off x="1133528" y="502639"/>
            <a:ext cx="269732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Direction 5 - Pruning / Eviction</a:t>
            </a:r>
          </a:p>
        </p:txBody>
      </p:sp>
      <p:sp>
        <p:nvSpPr>
          <p:cNvPr id="38" name="Text 0">
            <a:extLst>
              <a:ext uri="{FF2B5EF4-FFF2-40B4-BE49-F238E27FC236}">
                <a16:creationId xmlns:a16="http://schemas.microsoft.com/office/drawing/2014/main" id="{6C90856D-90F6-04F5-92A2-931852E24663}"/>
              </a:ext>
            </a:extLst>
          </p:cNvPr>
          <p:cNvSpPr/>
          <p:nvPr/>
        </p:nvSpPr>
        <p:spPr>
          <a:xfrm>
            <a:off x="538251" y="973256"/>
            <a:ext cx="10972800" cy="411480"/>
          </a:xfrm>
          <a:prstGeom prst="rect">
            <a:avLst/>
          </a:prstGeom>
          <a:noFill/>
          <a:ln/>
        </p:spPr>
        <p:txBody>
          <a:bodyPr wrap="square" lIns="0" tIns="0" rIns="0" bIns="0" rtlCol="0" anchor="ctr"/>
          <a:lstStyle/>
          <a:p>
            <a:pPr marL="0" indent="0">
              <a:buNone/>
            </a:pPr>
            <a:r>
              <a:rPr lang="en-US" sz="2400" b="1" dirty="0">
                <a:solidFill>
                  <a:srgbClr val="0F172A"/>
                </a:solidFill>
                <a:latin typeface="Times New Roman" panose="02020603050405020304" pitchFamily="18" charset="0"/>
                <a:ea typeface="Aptos Display" pitchFamily="34" charset="-122"/>
                <a:cs typeface="Times New Roman" panose="02020603050405020304" pitchFamily="18" charset="0"/>
              </a:rPr>
              <a:t>SnapKV, PyramidKV, Ada-KV, Keyformer</a:t>
            </a:r>
            <a:endParaRPr lang="en-US" sz="2400" dirty="0">
              <a:latin typeface="Times New Roman" panose="02020603050405020304" pitchFamily="18" charset="0"/>
              <a:cs typeface="Times New Roman" panose="02020603050405020304" pitchFamily="18" charset="0"/>
            </a:endParaRPr>
          </a:p>
        </p:txBody>
      </p:sp>
      <p:sp>
        <p:nvSpPr>
          <p:cNvPr id="39" name="Text 1">
            <a:extLst>
              <a:ext uri="{FF2B5EF4-FFF2-40B4-BE49-F238E27FC236}">
                <a16:creationId xmlns:a16="http://schemas.microsoft.com/office/drawing/2014/main" id="{2D77A81C-E954-6AA8-0CF4-6C3CD4B72871}"/>
              </a:ext>
            </a:extLst>
          </p:cNvPr>
          <p:cNvSpPr/>
          <p:nvPr/>
        </p:nvSpPr>
        <p:spPr>
          <a:xfrm>
            <a:off x="538251" y="1371020"/>
            <a:ext cx="10698480" cy="320040"/>
          </a:xfrm>
          <a:prstGeom prst="rect">
            <a:avLst/>
          </a:prstGeom>
          <a:noFill/>
          <a:ln/>
        </p:spPr>
        <p:txBody>
          <a:bodyPr wrap="square" lIns="0" tIns="0" rIns="0" bIns="0" rtlCol="0" anchor="ctr"/>
          <a:lstStyle/>
          <a:p>
            <a:pPr marL="0" indent="0">
              <a:buNone/>
            </a:pPr>
            <a:r>
              <a:rPr lang="en-US" sz="1050" dirty="0">
                <a:solidFill>
                  <a:srgbClr val="64748B"/>
                </a:solidFill>
                <a:latin typeface="Times New Roman" panose="02020603050405020304" pitchFamily="18" charset="0"/>
                <a:cs typeface="Times New Roman" panose="02020603050405020304" pitchFamily="18" charset="0"/>
              </a:rPr>
              <a:t>Later pruning methods refine how importance and budget are estimated.</a:t>
            </a:r>
            <a:endParaRPr lang="en-US" sz="1050" dirty="0">
              <a:latin typeface="Times New Roman" panose="02020603050405020304" pitchFamily="18" charset="0"/>
              <a:cs typeface="Times New Roman" panose="02020603050405020304" pitchFamily="18" charset="0"/>
            </a:endParaRPr>
          </a:p>
        </p:txBody>
      </p:sp>
      <p:sp>
        <p:nvSpPr>
          <p:cNvPr id="40" name="Shape 3">
            <a:extLst>
              <a:ext uri="{FF2B5EF4-FFF2-40B4-BE49-F238E27FC236}">
                <a16:creationId xmlns:a16="http://schemas.microsoft.com/office/drawing/2014/main" id="{B8D71C48-0E3A-1EDD-153D-1DB8A0383F83}"/>
              </a:ext>
            </a:extLst>
          </p:cNvPr>
          <p:cNvSpPr/>
          <p:nvPr/>
        </p:nvSpPr>
        <p:spPr>
          <a:xfrm>
            <a:off x="748563" y="1663628"/>
            <a:ext cx="1920240" cy="749808"/>
          </a:xfrm>
          <a:prstGeom prst="rect">
            <a:avLst/>
          </a:prstGeom>
          <a:solidFill>
            <a:srgbClr val="DC2626"/>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41" name="Text 4">
            <a:extLst>
              <a:ext uri="{FF2B5EF4-FFF2-40B4-BE49-F238E27FC236}">
                <a16:creationId xmlns:a16="http://schemas.microsoft.com/office/drawing/2014/main" id="{D9AEC6B4-EBD3-440F-8F37-9EF556576F52}"/>
              </a:ext>
            </a:extLst>
          </p:cNvPr>
          <p:cNvSpPr/>
          <p:nvPr/>
        </p:nvSpPr>
        <p:spPr>
          <a:xfrm>
            <a:off x="803427" y="1718492"/>
            <a:ext cx="1810512" cy="64008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Times New Roman" panose="02020603050405020304" pitchFamily="18" charset="0"/>
                <a:cs typeface="Times New Roman" panose="02020603050405020304" pitchFamily="18" charset="0"/>
              </a:rPr>
              <a:t>Method</a:t>
            </a:r>
            <a:endParaRPr lang="en-US" sz="1100" dirty="0">
              <a:latin typeface="Times New Roman" panose="02020603050405020304" pitchFamily="18" charset="0"/>
              <a:cs typeface="Times New Roman" panose="02020603050405020304" pitchFamily="18" charset="0"/>
            </a:endParaRPr>
          </a:p>
        </p:txBody>
      </p:sp>
      <p:sp>
        <p:nvSpPr>
          <p:cNvPr id="42" name="Shape 5">
            <a:extLst>
              <a:ext uri="{FF2B5EF4-FFF2-40B4-BE49-F238E27FC236}">
                <a16:creationId xmlns:a16="http://schemas.microsoft.com/office/drawing/2014/main" id="{DB235CAB-0EA6-ED44-39B3-E41E0CB9279B}"/>
              </a:ext>
            </a:extLst>
          </p:cNvPr>
          <p:cNvSpPr/>
          <p:nvPr/>
        </p:nvSpPr>
        <p:spPr>
          <a:xfrm>
            <a:off x="2668803" y="1663628"/>
            <a:ext cx="5074920" cy="749808"/>
          </a:xfrm>
          <a:prstGeom prst="rect">
            <a:avLst/>
          </a:prstGeom>
          <a:solidFill>
            <a:srgbClr val="DC2626"/>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43" name="Text 6">
            <a:extLst>
              <a:ext uri="{FF2B5EF4-FFF2-40B4-BE49-F238E27FC236}">
                <a16:creationId xmlns:a16="http://schemas.microsoft.com/office/drawing/2014/main" id="{27C190AF-90F8-DC66-6FFC-D11BBD1B1B52}"/>
              </a:ext>
            </a:extLst>
          </p:cNvPr>
          <p:cNvSpPr/>
          <p:nvPr/>
        </p:nvSpPr>
        <p:spPr>
          <a:xfrm>
            <a:off x="2723667" y="1718492"/>
            <a:ext cx="4965192" cy="64008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Times New Roman" panose="02020603050405020304" pitchFamily="18" charset="0"/>
                <a:cs typeface="Times New Roman" panose="02020603050405020304" pitchFamily="18" charset="0"/>
              </a:rPr>
              <a:t>Selection / budget idea</a:t>
            </a:r>
            <a:endParaRPr lang="en-US" sz="1100" dirty="0">
              <a:latin typeface="Times New Roman" panose="02020603050405020304" pitchFamily="18" charset="0"/>
              <a:cs typeface="Times New Roman" panose="02020603050405020304" pitchFamily="18" charset="0"/>
            </a:endParaRPr>
          </a:p>
        </p:txBody>
      </p:sp>
      <p:sp>
        <p:nvSpPr>
          <p:cNvPr id="44" name="Shape 7">
            <a:extLst>
              <a:ext uri="{FF2B5EF4-FFF2-40B4-BE49-F238E27FC236}">
                <a16:creationId xmlns:a16="http://schemas.microsoft.com/office/drawing/2014/main" id="{3825FB85-A2A8-A006-54C0-E12F242ADC43}"/>
              </a:ext>
            </a:extLst>
          </p:cNvPr>
          <p:cNvSpPr/>
          <p:nvPr/>
        </p:nvSpPr>
        <p:spPr>
          <a:xfrm>
            <a:off x="7743723" y="1663628"/>
            <a:ext cx="3977640" cy="749808"/>
          </a:xfrm>
          <a:prstGeom prst="rect">
            <a:avLst/>
          </a:prstGeom>
          <a:solidFill>
            <a:srgbClr val="DC2626"/>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45" name="Text 8">
            <a:extLst>
              <a:ext uri="{FF2B5EF4-FFF2-40B4-BE49-F238E27FC236}">
                <a16:creationId xmlns:a16="http://schemas.microsoft.com/office/drawing/2014/main" id="{0C3F40C1-FF28-A743-057C-6611E95CE3CB}"/>
              </a:ext>
            </a:extLst>
          </p:cNvPr>
          <p:cNvSpPr/>
          <p:nvPr/>
        </p:nvSpPr>
        <p:spPr>
          <a:xfrm>
            <a:off x="7798587" y="1718492"/>
            <a:ext cx="3867912" cy="640080"/>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Times New Roman" panose="02020603050405020304" pitchFamily="18" charset="0"/>
                <a:cs typeface="Times New Roman" panose="02020603050405020304" pitchFamily="18" charset="0"/>
              </a:rPr>
              <a:t>How to explain it</a:t>
            </a:r>
            <a:endParaRPr lang="en-US" sz="1100" dirty="0">
              <a:latin typeface="Times New Roman" panose="02020603050405020304" pitchFamily="18" charset="0"/>
              <a:cs typeface="Times New Roman" panose="02020603050405020304" pitchFamily="18" charset="0"/>
            </a:endParaRPr>
          </a:p>
        </p:txBody>
      </p:sp>
      <p:sp>
        <p:nvSpPr>
          <p:cNvPr id="46" name="Shape 9">
            <a:extLst>
              <a:ext uri="{FF2B5EF4-FFF2-40B4-BE49-F238E27FC236}">
                <a16:creationId xmlns:a16="http://schemas.microsoft.com/office/drawing/2014/main" id="{D5E845DF-2BB2-8E28-AF77-D9984E5533AF}"/>
              </a:ext>
            </a:extLst>
          </p:cNvPr>
          <p:cNvSpPr/>
          <p:nvPr/>
        </p:nvSpPr>
        <p:spPr>
          <a:xfrm>
            <a:off x="748563" y="2413436"/>
            <a:ext cx="192024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47" name="Text 10">
            <a:extLst>
              <a:ext uri="{FF2B5EF4-FFF2-40B4-BE49-F238E27FC236}">
                <a16:creationId xmlns:a16="http://schemas.microsoft.com/office/drawing/2014/main" id="{8873467C-03D2-5B3B-6D35-463BDC3D7E47}"/>
              </a:ext>
            </a:extLst>
          </p:cNvPr>
          <p:cNvSpPr/>
          <p:nvPr/>
        </p:nvSpPr>
        <p:spPr>
          <a:xfrm>
            <a:off x="803427" y="2468300"/>
            <a:ext cx="18105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SnapKV</a:t>
            </a:r>
            <a:endParaRPr lang="en-US" sz="1100" dirty="0">
              <a:latin typeface="Times New Roman" panose="02020603050405020304" pitchFamily="18" charset="0"/>
              <a:cs typeface="Times New Roman" panose="02020603050405020304" pitchFamily="18" charset="0"/>
            </a:endParaRPr>
          </a:p>
        </p:txBody>
      </p:sp>
      <p:sp>
        <p:nvSpPr>
          <p:cNvPr id="48" name="Shape 11">
            <a:extLst>
              <a:ext uri="{FF2B5EF4-FFF2-40B4-BE49-F238E27FC236}">
                <a16:creationId xmlns:a16="http://schemas.microsoft.com/office/drawing/2014/main" id="{BCCD607D-7F39-EE6A-7A4F-DEC6B5A43CB5}"/>
              </a:ext>
            </a:extLst>
          </p:cNvPr>
          <p:cNvSpPr/>
          <p:nvPr/>
        </p:nvSpPr>
        <p:spPr>
          <a:xfrm>
            <a:off x="2668803" y="2413436"/>
            <a:ext cx="507492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49" name="Text 12">
            <a:extLst>
              <a:ext uri="{FF2B5EF4-FFF2-40B4-BE49-F238E27FC236}">
                <a16:creationId xmlns:a16="http://schemas.microsoft.com/office/drawing/2014/main" id="{83ED8F07-35DC-1910-645C-83F6C2B92976}"/>
              </a:ext>
            </a:extLst>
          </p:cNvPr>
          <p:cNvSpPr/>
          <p:nvPr/>
        </p:nvSpPr>
        <p:spPr>
          <a:xfrm>
            <a:off x="2723667" y="2468300"/>
            <a:ext cx="496519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Uses an observation window near the end of the prompt to vote for important prefix positions.</a:t>
            </a:r>
            <a:endParaRPr lang="en-US" sz="1100" dirty="0">
              <a:latin typeface="Times New Roman" panose="02020603050405020304" pitchFamily="18" charset="0"/>
              <a:cs typeface="Times New Roman" panose="02020603050405020304" pitchFamily="18" charset="0"/>
            </a:endParaRPr>
          </a:p>
        </p:txBody>
      </p:sp>
      <p:sp>
        <p:nvSpPr>
          <p:cNvPr id="50" name="Shape 13">
            <a:extLst>
              <a:ext uri="{FF2B5EF4-FFF2-40B4-BE49-F238E27FC236}">
                <a16:creationId xmlns:a16="http://schemas.microsoft.com/office/drawing/2014/main" id="{5B45F4F1-6775-9DE2-D335-5B43EEB6D7C5}"/>
              </a:ext>
            </a:extLst>
          </p:cNvPr>
          <p:cNvSpPr/>
          <p:nvPr/>
        </p:nvSpPr>
        <p:spPr>
          <a:xfrm>
            <a:off x="7743723" y="2413436"/>
            <a:ext cx="397764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51" name="Text 14">
            <a:extLst>
              <a:ext uri="{FF2B5EF4-FFF2-40B4-BE49-F238E27FC236}">
                <a16:creationId xmlns:a16="http://schemas.microsoft.com/office/drawing/2014/main" id="{0875306E-7BF5-41E9-D896-6AA7E93449DF}"/>
              </a:ext>
            </a:extLst>
          </p:cNvPr>
          <p:cNvSpPr/>
          <p:nvPr/>
        </p:nvSpPr>
        <p:spPr>
          <a:xfrm>
            <a:off x="7798587" y="2468300"/>
            <a:ext cx="38679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Predict important KV positions before generation.</a:t>
            </a:r>
            <a:endParaRPr lang="en-US" sz="1100" dirty="0">
              <a:latin typeface="Times New Roman" panose="02020603050405020304" pitchFamily="18" charset="0"/>
              <a:cs typeface="Times New Roman" panose="02020603050405020304" pitchFamily="18" charset="0"/>
            </a:endParaRPr>
          </a:p>
        </p:txBody>
      </p:sp>
      <p:sp>
        <p:nvSpPr>
          <p:cNvPr id="52" name="Shape 15">
            <a:extLst>
              <a:ext uri="{FF2B5EF4-FFF2-40B4-BE49-F238E27FC236}">
                <a16:creationId xmlns:a16="http://schemas.microsoft.com/office/drawing/2014/main" id="{36A857CB-778B-D281-B5A7-58A29B147B27}"/>
              </a:ext>
            </a:extLst>
          </p:cNvPr>
          <p:cNvSpPr/>
          <p:nvPr/>
        </p:nvSpPr>
        <p:spPr>
          <a:xfrm>
            <a:off x="748563" y="3163244"/>
            <a:ext cx="1920240" cy="749808"/>
          </a:xfrm>
          <a:prstGeom prst="rect">
            <a:avLst/>
          </a:prstGeom>
          <a:solidFill>
            <a:srgbClr val="F8FAFC"/>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53" name="Text 16">
            <a:extLst>
              <a:ext uri="{FF2B5EF4-FFF2-40B4-BE49-F238E27FC236}">
                <a16:creationId xmlns:a16="http://schemas.microsoft.com/office/drawing/2014/main" id="{A7707B88-88F1-9195-66B6-A701D803BDE8}"/>
              </a:ext>
            </a:extLst>
          </p:cNvPr>
          <p:cNvSpPr/>
          <p:nvPr/>
        </p:nvSpPr>
        <p:spPr>
          <a:xfrm>
            <a:off x="803427" y="3218108"/>
            <a:ext cx="18105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PyramidKV</a:t>
            </a:r>
            <a:endParaRPr lang="en-US" sz="1100" dirty="0">
              <a:latin typeface="Times New Roman" panose="02020603050405020304" pitchFamily="18" charset="0"/>
              <a:cs typeface="Times New Roman" panose="02020603050405020304" pitchFamily="18" charset="0"/>
            </a:endParaRPr>
          </a:p>
        </p:txBody>
      </p:sp>
      <p:sp>
        <p:nvSpPr>
          <p:cNvPr id="54" name="Shape 17">
            <a:extLst>
              <a:ext uri="{FF2B5EF4-FFF2-40B4-BE49-F238E27FC236}">
                <a16:creationId xmlns:a16="http://schemas.microsoft.com/office/drawing/2014/main" id="{F4FCC0EA-C68A-A820-EAF1-4F98B2946AF7}"/>
              </a:ext>
            </a:extLst>
          </p:cNvPr>
          <p:cNvSpPr/>
          <p:nvPr/>
        </p:nvSpPr>
        <p:spPr>
          <a:xfrm>
            <a:off x="2668803" y="3163244"/>
            <a:ext cx="5074920" cy="749808"/>
          </a:xfrm>
          <a:prstGeom prst="rect">
            <a:avLst/>
          </a:prstGeom>
          <a:solidFill>
            <a:srgbClr val="F8FAFC"/>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55" name="Text 18">
            <a:extLst>
              <a:ext uri="{FF2B5EF4-FFF2-40B4-BE49-F238E27FC236}">
                <a16:creationId xmlns:a16="http://schemas.microsoft.com/office/drawing/2014/main" id="{4E05ACC8-C7AD-18DB-B7BE-477E355FAA8E}"/>
              </a:ext>
            </a:extLst>
          </p:cNvPr>
          <p:cNvSpPr/>
          <p:nvPr/>
        </p:nvSpPr>
        <p:spPr>
          <a:xfrm>
            <a:off x="2723667" y="3218108"/>
            <a:ext cx="496519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Assigns different cache budgets across layers in a pyramid-like pattern.</a:t>
            </a:r>
            <a:endParaRPr lang="en-US" sz="1100" dirty="0">
              <a:latin typeface="Times New Roman" panose="02020603050405020304" pitchFamily="18" charset="0"/>
              <a:cs typeface="Times New Roman" panose="02020603050405020304" pitchFamily="18" charset="0"/>
            </a:endParaRPr>
          </a:p>
        </p:txBody>
      </p:sp>
      <p:sp>
        <p:nvSpPr>
          <p:cNvPr id="56" name="Shape 19">
            <a:extLst>
              <a:ext uri="{FF2B5EF4-FFF2-40B4-BE49-F238E27FC236}">
                <a16:creationId xmlns:a16="http://schemas.microsoft.com/office/drawing/2014/main" id="{FD59DE10-5AE0-E891-BC95-76BFCF567396}"/>
              </a:ext>
            </a:extLst>
          </p:cNvPr>
          <p:cNvSpPr/>
          <p:nvPr/>
        </p:nvSpPr>
        <p:spPr>
          <a:xfrm>
            <a:off x="7743723" y="3163244"/>
            <a:ext cx="3977640" cy="749808"/>
          </a:xfrm>
          <a:prstGeom prst="rect">
            <a:avLst/>
          </a:prstGeom>
          <a:solidFill>
            <a:srgbClr val="F8FAFC"/>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57" name="Text 20">
            <a:extLst>
              <a:ext uri="{FF2B5EF4-FFF2-40B4-BE49-F238E27FC236}">
                <a16:creationId xmlns:a16="http://schemas.microsoft.com/office/drawing/2014/main" id="{8D30DB96-4879-E777-B44A-78809D485E98}"/>
              </a:ext>
            </a:extLst>
          </p:cNvPr>
          <p:cNvSpPr/>
          <p:nvPr/>
        </p:nvSpPr>
        <p:spPr>
          <a:xfrm>
            <a:off x="7798587" y="3218108"/>
            <a:ext cx="38679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Layer-wise cache budget is not uniform.</a:t>
            </a:r>
            <a:endParaRPr lang="en-US" sz="1100" dirty="0">
              <a:latin typeface="Times New Roman" panose="02020603050405020304" pitchFamily="18" charset="0"/>
              <a:cs typeface="Times New Roman" panose="02020603050405020304" pitchFamily="18" charset="0"/>
            </a:endParaRPr>
          </a:p>
        </p:txBody>
      </p:sp>
      <p:sp>
        <p:nvSpPr>
          <p:cNvPr id="58" name="Shape 21">
            <a:extLst>
              <a:ext uri="{FF2B5EF4-FFF2-40B4-BE49-F238E27FC236}">
                <a16:creationId xmlns:a16="http://schemas.microsoft.com/office/drawing/2014/main" id="{93D5AEF9-4A0B-18BE-6BB3-889C850BBF36}"/>
              </a:ext>
            </a:extLst>
          </p:cNvPr>
          <p:cNvSpPr/>
          <p:nvPr/>
        </p:nvSpPr>
        <p:spPr>
          <a:xfrm>
            <a:off x="748563" y="3913052"/>
            <a:ext cx="192024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59" name="Text 22">
            <a:extLst>
              <a:ext uri="{FF2B5EF4-FFF2-40B4-BE49-F238E27FC236}">
                <a16:creationId xmlns:a16="http://schemas.microsoft.com/office/drawing/2014/main" id="{5199EFCF-F647-0D9B-08D4-8240D2E82AC5}"/>
              </a:ext>
            </a:extLst>
          </p:cNvPr>
          <p:cNvSpPr/>
          <p:nvPr/>
        </p:nvSpPr>
        <p:spPr>
          <a:xfrm>
            <a:off x="803427" y="3967916"/>
            <a:ext cx="18105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Ada-KV</a:t>
            </a:r>
            <a:endParaRPr lang="en-US" sz="1100" dirty="0">
              <a:latin typeface="Times New Roman" panose="02020603050405020304" pitchFamily="18" charset="0"/>
              <a:cs typeface="Times New Roman" panose="02020603050405020304" pitchFamily="18" charset="0"/>
            </a:endParaRPr>
          </a:p>
        </p:txBody>
      </p:sp>
      <p:sp>
        <p:nvSpPr>
          <p:cNvPr id="60" name="Shape 23">
            <a:extLst>
              <a:ext uri="{FF2B5EF4-FFF2-40B4-BE49-F238E27FC236}">
                <a16:creationId xmlns:a16="http://schemas.microsoft.com/office/drawing/2014/main" id="{91FFB8BB-97C0-AFE7-EF50-966174B7505F}"/>
              </a:ext>
            </a:extLst>
          </p:cNvPr>
          <p:cNvSpPr/>
          <p:nvPr/>
        </p:nvSpPr>
        <p:spPr>
          <a:xfrm>
            <a:off x="2668803" y="3913052"/>
            <a:ext cx="507492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61" name="Text 24">
            <a:extLst>
              <a:ext uri="{FF2B5EF4-FFF2-40B4-BE49-F238E27FC236}">
                <a16:creationId xmlns:a16="http://schemas.microsoft.com/office/drawing/2014/main" id="{52B431ED-7236-DE03-2618-CDF404BE50B2}"/>
              </a:ext>
            </a:extLst>
          </p:cNvPr>
          <p:cNvSpPr/>
          <p:nvPr/>
        </p:nvSpPr>
        <p:spPr>
          <a:xfrm>
            <a:off x="2723667" y="3967916"/>
            <a:ext cx="496519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Allocates budgets adaptively across attention heads.</a:t>
            </a:r>
            <a:endParaRPr lang="en-US" sz="1100" dirty="0">
              <a:latin typeface="Times New Roman" panose="02020603050405020304" pitchFamily="18" charset="0"/>
              <a:cs typeface="Times New Roman" panose="02020603050405020304" pitchFamily="18" charset="0"/>
            </a:endParaRPr>
          </a:p>
        </p:txBody>
      </p:sp>
      <p:sp>
        <p:nvSpPr>
          <p:cNvPr id="62" name="Shape 25">
            <a:extLst>
              <a:ext uri="{FF2B5EF4-FFF2-40B4-BE49-F238E27FC236}">
                <a16:creationId xmlns:a16="http://schemas.microsoft.com/office/drawing/2014/main" id="{95FB6D29-D106-C340-3EBB-D4323091346F}"/>
              </a:ext>
            </a:extLst>
          </p:cNvPr>
          <p:cNvSpPr/>
          <p:nvPr/>
        </p:nvSpPr>
        <p:spPr>
          <a:xfrm>
            <a:off x="7743723" y="3913052"/>
            <a:ext cx="397764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63" name="Text 26">
            <a:extLst>
              <a:ext uri="{FF2B5EF4-FFF2-40B4-BE49-F238E27FC236}">
                <a16:creationId xmlns:a16="http://schemas.microsoft.com/office/drawing/2014/main" id="{A2FE0B24-2166-8DFF-4E09-6BA1DCD94650}"/>
              </a:ext>
            </a:extLst>
          </p:cNvPr>
          <p:cNvSpPr/>
          <p:nvPr/>
        </p:nvSpPr>
        <p:spPr>
          <a:xfrm>
            <a:off x="7798587" y="3967916"/>
            <a:ext cx="38679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Different heads need different cache sizes.</a:t>
            </a:r>
            <a:endParaRPr lang="en-US" sz="1100" dirty="0">
              <a:latin typeface="Times New Roman" panose="02020603050405020304" pitchFamily="18" charset="0"/>
              <a:cs typeface="Times New Roman" panose="02020603050405020304" pitchFamily="18" charset="0"/>
            </a:endParaRPr>
          </a:p>
        </p:txBody>
      </p:sp>
      <p:sp>
        <p:nvSpPr>
          <p:cNvPr id="64" name="Shape 27">
            <a:extLst>
              <a:ext uri="{FF2B5EF4-FFF2-40B4-BE49-F238E27FC236}">
                <a16:creationId xmlns:a16="http://schemas.microsoft.com/office/drawing/2014/main" id="{5D151C51-02A9-4FA7-6A9B-0D4641C646B5}"/>
              </a:ext>
            </a:extLst>
          </p:cNvPr>
          <p:cNvSpPr/>
          <p:nvPr/>
        </p:nvSpPr>
        <p:spPr>
          <a:xfrm>
            <a:off x="748563" y="4662860"/>
            <a:ext cx="1920240" cy="749808"/>
          </a:xfrm>
          <a:prstGeom prst="rect">
            <a:avLst/>
          </a:prstGeom>
          <a:solidFill>
            <a:srgbClr val="F8FAFC"/>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65" name="Text 28">
            <a:extLst>
              <a:ext uri="{FF2B5EF4-FFF2-40B4-BE49-F238E27FC236}">
                <a16:creationId xmlns:a16="http://schemas.microsoft.com/office/drawing/2014/main" id="{CE844787-5F32-CEC9-5830-24298C696FC2}"/>
              </a:ext>
            </a:extLst>
          </p:cNvPr>
          <p:cNvSpPr/>
          <p:nvPr/>
        </p:nvSpPr>
        <p:spPr>
          <a:xfrm>
            <a:off x="803427" y="4717724"/>
            <a:ext cx="18105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Keyformer</a:t>
            </a:r>
            <a:endParaRPr lang="en-US" sz="1100" dirty="0">
              <a:latin typeface="Times New Roman" panose="02020603050405020304" pitchFamily="18" charset="0"/>
              <a:cs typeface="Times New Roman" panose="02020603050405020304" pitchFamily="18" charset="0"/>
            </a:endParaRPr>
          </a:p>
        </p:txBody>
      </p:sp>
      <p:sp>
        <p:nvSpPr>
          <p:cNvPr id="66" name="Shape 29">
            <a:extLst>
              <a:ext uri="{FF2B5EF4-FFF2-40B4-BE49-F238E27FC236}">
                <a16:creationId xmlns:a16="http://schemas.microsoft.com/office/drawing/2014/main" id="{73F519BA-3D44-C546-3F25-2DC9128B3A14}"/>
              </a:ext>
            </a:extLst>
          </p:cNvPr>
          <p:cNvSpPr/>
          <p:nvPr/>
        </p:nvSpPr>
        <p:spPr>
          <a:xfrm>
            <a:off x="2668803" y="4662860"/>
            <a:ext cx="5074920" cy="749808"/>
          </a:xfrm>
          <a:prstGeom prst="rect">
            <a:avLst/>
          </a:prstGeom>
          <a:solidFill>
            <a:srgbClr val="F8FAFC"/>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67" name="Text 30">
            <a:extLst>
              <a:ext uri="{FF2B5EF4-FFF2-40B4-BE49-F238E27FC236}">
                <a16:creationId xmlns:a16="http://schemas.microsoft.com/office/drawing/2014/main" id="{CCFFB44F-4C82-F3B2-B56B-277A63C74B5A}"/>
              </a:ext>
            </a:extLst>
          </p:cNvPr>
          <p:cNvSpPr/>
          <p:nvPr/>
        </p:nvSpPr>
        <p:spPr>
          <a:xfrm>
            <a:off x="2723667" y="4717724"/>
            <a:ext cx="496519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Selects key tokens and uses regularization / scoring for token retention.</a:t>
            </a:r>
            <a:endParaRPr lang="en-US" sz="1100" dirty="0">
              <a:latin typeface="Times New Roman" panose="02020603050405020304" pitchFamily="18" charset="0"/>
              <a:cs typeface="Times New Roman" panose="02020603050405020304" pitchFamily="18" charset="0"/>
            </a:endParaRPr>
          </a:p>
        </p:txBody>
      </p:sp>
      <p:sp>
        <p:nvSpPr>
          <p:cNvPr id="68" name="Shape 31">
            <a:extLst>
              <a:ext uri="{FF2B5EF4-FFF2-40B4-BE49-F238E27FC236}">
                <a16:creationId xmlns:a16="http://schemas.microsoft.com/office/drawing/2014/main" id="{1958244D-268D-223D-F306-5F23AA120FEE}"/>
              </a:ext>
            </a:extLst>
          </p:cNvPr>
          <p:cNvSpPr/>
          <p:nvPr/>
        </p:nvSpPr>
        <p:spPr>
          <a:xfrm>
            <a:off x="7743723" y="4662860"/>
            <a:ext cx="3977640" cy="749808"/>
          </a:xfrm>
          <a:prstGeom prst="rect">
            <a:avLst/>
          </a:prstGeom>
          <a:solidFill>
            <a:srgbClr val="F8FAFC"/>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69" name="Text 32">
            <a:extLst>
              <a:ext uri="{FF2B5EF4-FFF2-40B4-BE49-F238E27FC236}">
                <a16:creationId xmlns:a16="http://schemas.microsoft.com/office/drawing/2014/main" id="{A26ADC4A-BCA2-0FD9-5C2B-4A0188A03B39}"/>
              </a:ext>
            </a:extLst>
          </p:cNvPr>
          <p:cNvSpPr/>
          <p:nvPr/>
        </p:nvSpPr>
        <p:spPr>
          <a:xfrm>
            <a:off x="7798587" y="4717724"/>
            <a:ext cx="38679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Token selection as approximate attention preservation.</a:t>
            </a:r>
            <a:endParaRPr lang="en-US" sz="1100" dirty="0">
              <a:latin typeface="Times New Roman" panose="02020603050405020304" pitchFamily="18" charset="0"/>
              <a:cs typeface="Times New Roman" panose="02020603050405020304" pitchFamily="18" charset="0"/>
            </a:endParaRPr>
          </a:p>
        </p:txBody>
      </p:sp>
      <p:sp>
        <p:nvSpPr>
          <p:cNvPr id="70" name="Shape 33">
            <a:extLst>
              <a:ext uri="{FF2B5EF4-FFF2-40B4-BE49-F238E27FC236}">
                <a16:creationId xmlns:a16="http://schemas.microsoft.com/office/drawing/2014/main" id="{293EFD92-744E-985F-B704-48A3AAF450B1}"/>
              </a:ext>
            </a:extLst>
          </p:cNvPr>
          <p:cNvSpPr/>
          <p:nvPr/>
        </p:nvSpPr>
        <p:spPr>
          <a:xfrm>
            <a:off x="748563" y="5412668"/>
            <a:ext cx="192024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71" name="Text 34">
            <a:extLst>
              <a:ext uri="{FF2B5EF4-FFF2-40B4-BE49-F238E27FC236}">
                <a16:creationId xmlns:a16="http://schemas.microsoft.com/office/drawing/2014/main" id="{BFE5501D-E1AD-A7C4-F7FA-3195B075C765}"/>
              </a:ext>
            </a:extLst>
          </p:cNvPr>
          <p:cNvSpPr/>
          <p:nvPr/>
        </p:nvSpPr>
        <p:spPr>
          <a:xfrm>
            <a:off x="803427" y="5467532"/>
            <a:ext cx="18105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PagedEviction</a:t>
            </a:r>
            <a:endParaRPr lang="en-US" sz="1100" dirty="0">
              <a:latin typeface="Times New Roman" panose="02020603050405020304" pitchFamily="18" charset="0"/>
              <a:cs typeface="Times New Roman" panose="02020603050405020304" pitchFamily="18" charset="0"/>
            </a:endParaRPr>
          </a:p>
        </p:txBody>
      </p:sp>
      <p:sp>
        <p:nvSpPr>
          <p:cNvPr id="72" name="Shape 35">
            <a:extLst>
              <a:ext uri="{FF2B5EF4-FFF2-40B4-BE49-F238E27FC236}">
                <a16:creationId xmlns:a16="http://schemas.microsoft.com/office/drawing/2014/main" id="{0E9288BD-5951-AFD4-4B49-B5BAF2F81D37}"/>
              </a:ext>
            </a:extLst>
          </p:cNvPr>
          <p:cNvSpPr/>
          <p:nvPr/>
        </p:nvSpPr>
        <p:spPr>
          <a:xfrm>
            <a:off x="2668803" y="5412668"/>
            <a:ext cx="507492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73" name="Text 36">
            <a:extLst>
              <a:ext uri="{FF2B5EF4-FFF2-40B4-BE49-F238E27FC236}">
                <a16:creationId xmlns:a16="http://schemas.microsoft.com/office/drawing/2014/main" id="{8C74AA2F-3447-DF1A-24CC-85EC11A0C698}"/>
              </a:ext>
            </a:extLst>
          </p:cNvPr>
          <p:cNvSpPr/>
          <p:nvPr/>
        </p:nvSpPr>
        <p:spPr>
          <a:xfrm>
            <a:off x="2723667" y="5467532"/>
            <a:ext cx="496519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Evicts structured blocks aligned with paged serving systems.</a:t>
            </a:r>
            <a:endParaRPr lang="en-US" sz="1100" dirty="0">
              <a:latin typeface="Times New Roman" panose="02020603050405020304" pitchFamily="18" charset="0"/>
              <a:cs typeface="Times New Roman" panose="02020603050405020304" pitchFamily="18" charset="0"/>
            </a:endParaRPr>
          </a:p>
        </p:txBody>
      </p:sp>
      <p:sp>
        <p:nvSpPr>
          <p:cNvPr id="74" name="Shape 37">
            <a:extLst>
              <a:ext uri="{FF2B5EF4-FFF2-40B4-BE49-F238E27FC236}">
                <a16:creationId xmlns:a16="http://schemas.microsoft.com/office/drawing/2014/main" id="{7F288451-6200-34EB-57E0-B21CB189F150}"/>
              </a:ext>
            </a:extLst>
          </p:cNvPr>
          <p:cNvSpPr/>
          <p:nvPr/>
        </p:nvSpPr>
        <p:spPr>
          <a:xfrm>
            <a:off x="7743723" y="5412668"/>
            <a:ext cx="3977640" cy="749808"/>
          </a:xfrm>
          <a:prstGeom prst="rect">
            <a:avLst/>
          </a:prstGeom>
          <a:solidFill>
            <a:srgbClr val="FFFFFF"/>
          </a:solidFill>
          <a:ln w="7620">
            <a:solidFill>
              <a:srgbClr val="CBD5E1"/>
            </a:solidFill>
            <a:prstDash val="solid"/>
          </a:ln>
        </p:spPr>
        <p:txBody>
          <a:bodyPr/>
          <a:lstStyle/>
          <a:p>
            <a:pPr algn="ctr"/>
            <a:endParaRPr lang="en-CN" sz="3200">
              <a:latin typeface="Times New Roman" panose="02020603050405020304" pitchFamily="18" charset="0"/>
              <a:cs typeface="Times New Roman" panose="02020603050405020304" pitchFamily="18" charset="0"/>
            </a:endParaRPr>
          </a:p>
        </p:txBody>
      </p:sp>
      <p:sp>
        <p:nvSpPr>
          <p:cNvPr id="75" name="Text 38">
            <a:extLst>
              <a:ext uri="{FF2B5EF4-FFF2-40B4-BE49-F238E27FC236}">
                <a16:creationId xmlns:a16="http://schemas.microsoft.com/office/drawing/2014/main" id="{CA8FB2F5-5CA4-D294-29A5-492EF9929A86}"/>
              </a:ext>
            </a:extLst>
          </p:cNvPr>
          <p:cNvSpPr/>
          <p:nvPr/>
        </p:nvSpPr>
        <p:spPr>
          <a:xfrm>
            <a:off x="7798587" y="5467532"/>
            <a:ext cx="3867912" cy="640080"/>
          </a:xfrm>
          <a:prstGeom prst="rect">
            <a:avLst/>
          </a:prstGeom>
          <a:noFill/>
          <a:ln/>
        </p:spPr>
        <p:txBody>
          <a:bodyPr wrap="square" lIns="0" tIns="0" rIns="0" bIns="0" rtlCol="0" anchor="ctr">
            <a:normAutofit/>
          </a:bodyPr>
          <a:lstStyle/>
          <a:p>
            <a:pPr marL="0" indent="0" algn="ctr">
              <a:buNone/>
            </a:pPr>
            <a:r>
              <a:rPr lang="en-US" sz="1100" dirty="0">
                <a:solidFill>
                  <a:srgbClr val="334155"/>
                </a:solidFill>
                <a:latin typeface="Times New Roman" panose="02020603050405020304" pitchFamily="18" charset="0"/>
                <a:cs typeface="Times New Roman" panose="02020603050405020304" pitchFamily="18" charset="0"/>
              </a:rPr>
              <a:t>Make pruning compatible with vLLM-style block memory.</a:t>
            </a:r>
            <a:endParaRPr lang="en-US" sz="1100" dirty="0">
              <a:latin typeface="Times New Roman" panose="02020603050405020304" pitchFamily="18" charset="0"/>
              <a:cs typeface="Times New Roman" panose="02020603050405020304" pitchFamily="18" charset="0"/>
            </a:endParaRPr>
          </a:p>
        </p:txBody>
      </p:sp>
      <p:sp>
        <p:nvSpPr>
          <p:cNvPr id="76" name="Shape 39">
            <a:extLst>
              <a:ext uri="{FF2B5EF4-FFF2-40B4-BE49-F238E27FC236}">
                <a16:creationId xmlns:a16="http://schemas.microsoft.com/office/drawing/2014/main" id="{47885A6E-2789-3BBE-65DA-62079F8DB799}"/>
              </a:ext>
            </a:extLst>
          </p:cNvPr>
          <p:cNvSpPr/>
          <p:nvPr/>
        </p:nvSpPr>
        <p:spPr>
          <a:xfrm>
            <a:off x="1133528" y="6269187"/>
            <a:ext cx="10332720" cy="502920"/>
          </a:xfrm>
          <a:prstGeom prst="roundRect">
            <a:avLst>
              <a:gd name="adj" fmla="val 14545"/>
            </a:avLst>
          </a:prstGeom>
          <a:solidFill>
            <a:srgbClr val="FEE2E2"/>
          </a:solidFill>
          <a:ln w="13970">
            <a:solidFill>
              <a:srgbClr val="DC2626"/>
            </a:solidFill>
            <a:prstDash val="solid"/>
          </a:ln>
        </p:spPr>
        <p:txBody>
          <a:bodyPr/>
          <a:lstStyle/>
          <a:p>
            <a:endParaRPr lang="en-CN">
              <a:latin typeface="Times New Roman" panose="02020603050405020304" pitchFamily="18" charset="0"/>
              <a:cs typeface="Times New Roman" panose="02020603050405020304" pitchFamily="18" charset="0"/>
            </a:endParaRPr>
          </a:p>
        </p:txBody>
      </p:sp>
      <p:sp>
        <p:nvSpPr>
          <p:cNvPr id="77" name="Text 40">
            <a:extLst>
              <a:ext uri="{FF2B5EF4-FFF2-40B4-BE49-F238E27FC236}">
                <a16:creationId xmlns:a16="http://schemas.microsoft.com/office/drawing/2014/main" id="{D1BC6786-710A-C212-3A3F-AA2FCCF2F919}"/>
              </a:ext>
            </a:extLst>
          </p:cNvPr>
          <p:cNvSpPr/>
          <p:nvPr/>
        </p:nvSpPr>
        <p:spPr>
          <a:xfrm>
            <a:off x="1279832" y="6378915"/>
            <a:ext cx="10040112" cy="283464"/>
          </a:xfrm>
          <a:prstGeom prst="rect">
            <a:avLst/>
          </a:prstGeom>
          <a:noFill/>
          <a:ln/>
        </p:spPr>
        <p:txBody>
          <a:bodyPr wrap="square" lIns="254" tIns="254" rIns="254" bIns="254" rtlCol="0" anchor="ctr">
            <a:normAutofit/>
          </a:bodyPr>
          <a:lstStyle/>
          <a:p>
            <a:pPr marL="0" indent="0" algn="ctr">
              <a:buNone/>
            </a:pPr>
            <a:r>
              <a:rPr lang="en-US" altLang="zh-CN" sz="1280" b="1" dirty="0">
                <a:solidFill>
                  <a:srgbClr val="334155"/>
                </a:solidFill>
                <a:latin typeface="Times New Roman" panose="02020603050405020304" pitchFamily="18" charset="0"/>
                <a:cs typeface="Times New Roman" panose="02020603050405020304" pitchFamily="18" charset="0"/>
              </a:rPr>
              <a:t>P</a:t>
            </a:r>
            <a:r>
              <a:rPr lang="en-US" sz="1280" b="1" dirty="0">
                <a:solidFill>
                  <a:srgbClr val="334155"/>
                </a:solidFill>
                <a:latin typeface="Times New Roman" panose="02020603050405020304" pitchFamily="18" charset="0"/>
                <a:cs typeface="Times New Roman" panose="02020603050405020304" pitchFamily="18" charset="0"/>
              </a:rPr>
              <a:t>runing is no longer only “drop low attention tokens”; current work studies per-head, per-layer, block-level, and serving-system-aware eviction.</a:t>
            </a:r>
            <a:endParaRPr lang="en-US" sz="128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828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077F4-14D9-9FB4-C0D4-B26CA47A4A50}"/>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EADE9CF2-B0BC-5DB0-35CE-0835FC996985}"/>
              </a:ext>
            </a:extLst>
          </p:cNvPr>
          <p:cNvSpPr txBox="1">
            <a:spLocks/>
          </p:cNvSpPr>
          <p:nvPr/>
        </p:nvSpPr>
        <p:spPr>
          <a:xfrm>
            <a:off x="1133528" y="502639"/>
            <a:ext cx="217454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Method Comparison Matrix</a:t>
            </a:r>
          </a:p>
        </p:txBody>
      </p:sp>
      <p:sp>
        <p:nvSpPr>
          <p:cNvPr id="2" name="Shape 3">
            <a:extLst>
              <a:ext uri="{FF2B5EF4-FFF2-40B4-BE49-F238E27FC236}">
                <a16:creationId xmlns:a16="http://schemas.microsoft.com/office/drawing/2014/main" id="{FF20AEA2-4D95-CB65-C8C5-C9F7544029EA}"/>
              </a:ext>
            </a:extLst>
          </p:cNvPr>
          <p:cNvSpPr/>
          <p:nvPr/>
        </p:nvSpPr>
        <p:spPr>
          <a:xfrm>
            <a:off x="517358" y="1402882"/>
            <a:ext cx="1828800" cy="640080"/>
          </a:xfrm>
          <a:prstGeom prst="rect">
            <a:avLst/>
          </a:prstGeom>
          <a:solidFill>
            <a:srgbClr val="0F172A"/>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 name="Text 4">
            <a:extLst>
              <a:ext uri="{FF2B5EF4-FFF2-40B4-BE49-F238E27FC236}">
                <a16:creationId xmlns:a16="http://schemas.microsoft.com/office/drawing/2014/main" id="{09244FEA-75BF-32C9-1AF1-99FC379FE28C}"/>
              </a:ext>
            </a:extLst>
          </p:cNvPr>
          <p:cNvSpPr/>
          <p:nvPr/>
        </p:nvSpPr>
        <p:spPr>
          <a:xfrm>
            <a:off x="572222" y="1457746"/>
            <a:ext cx="1719072" cy="53035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Direction</a:t>
            </a:r>
            <a:endParaRPr lang="en-US" sz="1000" dirty="0">
              <a:latin typeface="Times New Roman" panose="02020603050405020304" pitchFamily="18" charset="0"/>
              <a:cs typeface="Times New Roman" panose="02020603050405020304" pitchFamily="18" charset="0"/>
            </a:endParaRPr>
          </a:p>
        </p:txBody>
      </p:sp>
      <p:sp>
        <p:nvSpPr>
          <p:cNvPr id="4" name="Shape 5">
            <a:extLst>
              <a:ext uri="{FF2B5EF4-FFF2-40B4-BE49-F238E27FC236}">
                <a16:creationId xmlns:a16="http://schemas.microsoft.com/office/drawing/2014/main" id="{DBB9C946-AA08-5B70-78A4-07A337E6EE31}"/>
              </a:ext>
            </a:extLst>
          </p:cNvPr>
          <p:cNvSpPr/>
          <p:nvPr/>
        </p:nvSpPr>
        <p:spPr>
          <a:xfrm>
            <a:off x="2346158" y="1402882"/>
            <a:ext cx="1965960" cy="640080"/>
          </a:xfrm>
          <a:prstGeom prst="rect">
            <a:avLst/>
          </a:prstGeom>
          <a:solidFill>
            <a:srgbClr val="0F172A"/>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 name="Text 6">
            <a:extLst>
              <a:ext uri="{FF2B5EF4-FFF2-40B4-BE49-F238E27FC236}">
                <a16:creationId xmlns:a16="http://schemas.microsoft.com/office/drawing/2014/main" id="{9E413CF6-FDB6-1582-3792-04578CABB06C}"/>
              </a:ext>
            </a:extLst>
          </p:cNvPr>
          <p:cNvSpPr/>
          <p:nvPr/>
        </p:nvSpPr>
        <p:spPr>
          <a:xfrm>
            <a:off x="2401022" y="1457746"/>
            <a:ext cx="1856232" cy="53035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Changes model?</a:t>
            </a:r>
            <a:endParaRPr lang="en-US" sz="1000" dirty="0">
              <a:latin typeface="Times New Roman" panose="02020603050405020304" pitchFamily="18" charset="0"/>
              <a:cs typeface="Times New Roman" panose="02020603050405020304" pitchFamily="18" charset="0"/>
            </a:endParaRPr>
          </a:p>
        </p:txBody>
      </p:sp>
      <p:sp>
        <p:nvSpPr>
          <p:cNvPr id="6" name="Shape 7">
            <a:extLst>
              <a:ext uri="{FF2B5EF4-FFF2-40B4-BE49-F238E27FC236}">
                <a16:creationId xmlns:a16="http://schemas.microsoft.com/office/drawing/2014/main" id="{73D8FAE8-1DC5-1759-6704-20AC2820408D}"/>
              </a:ext>
            </a:extLst>
          </p:cNvPr>
          <p:cNvSpPr/>
          <p:nvPr/>
        </p:nvSpPr>
        <p:spPr>
          <a:xfrm>
            <a:off x="4312118" y="1402882"/>
            <a:ext cx="1417320" cy="640080"/>
          </a:xfrm>
          <a:prstGeom prst="rect">
            <a:avLst/>
          </a:prstGeom>
          <a:solidFill>
            <a:srgbClr val="0F172A"/>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933D2FBE-3C5A-01DF-F9FF-70F07AB92ED5}"/>
              </a:ext>
            </a:extLst>
          </p:cNvPr>
          <p:cNvSpPr/>
          <p:nvPr/>
        </p:nvSpPr>
        <p:spPr>
          <a:xfrm>
            <a:off x="4366982" y="1457746"/>
            <a:ext cx="1307592" cy="53035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Reduces memory?</a:t>
            </a:r>
            <a:endParaRPr lang="en-US" sz="1000" dirty="0">
              <a:latin typeface="Times New Roman" panose="02020603050405020304" pitchFamily="18" charset="0"/>
              <a:cs typeface="Times New Roman" panose="02020603050405020304" pitchFamily="18" charset="0"/>
            </a:endParaRPr>
          </a:p>
        </p:txBody>
      </p:sp>
      <p:sp>
        <p:nvSpPr>
          <p:cNvPr id="9" name="Shape 9">
            <a:extLst>
              <a:ext uri="{FF2B5EF4-FFF2-40B4-BE49-F238E27FC236}">
                <a16:creationId xmlns:a16="http://schemas.microsoft.com/office/drawing/2014/main" id="{DEB6BA54-B16F-CC4B-BFD4-E1DBF4266A78}"/>
              </a:ext>
            </a:extLst>
          </p:cNvPr>
          <p:cNvSpPr/>
          <p:nvPr/>
        </p:nvSpPr>
        <p:spPr>
          <a:xfrm>
            <a:off x="5729438" y="1402882"/>
            <a:ext cx="1600200" cy="640080"/>
          </a:xfrm>
          <a:prstGeom prst="rect">
            <a:avLst/>
          </a:prstGeom>
          <a:solidFill>
            <a:srgbClr val="0F172A"/>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9A71312A-2DCA-AE27-F84C-BAF2F145FC6B}"/>
              </a:ext>
            </a:extLst>
          </p:cNvPr>
          <p:cNvSpPr/>
          <p:nvPr/>
        </p:nvSpPr>
        <p:spPr>
          <a:xfrm>
            <a:off x="5784302" y="1457746"/>
            <a:ext cx="1490472" cy="53035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Improves speed?</a:t>
            </a:r>
            <a:endParaRPr lang="en-US" sz="1000" dirty="0">
              <a:latin typeface="Times New Roman" panose="02020603050405020304" pitchFamily="18" charset="0"/>
              <a:cs typeface="Times New Roman" panose="02020603050405020304" pitchFamily="18" charset="0"/>
            </a:endParaRPr>
          </a:p>
        </p:txBody>
      </p:sp>
      <p:sp>
        <p:nvSpPr>
          <p:cNvPr id="11" name="Shape 11">
            <a:extLst>
              <a:ext uri="{FF2B5EF4-FFF2-40B4-BE49-F238E27FC236}">
                <a16:creationId xmlns:a16="http://schemas.microsoft.com/office/drawing/2014/main" id="{6441B3E5-BB76-5A60-E8F3-01E7831EB2FE}"/>
              </a:ext>
            </a:extLst>
          </p:cNvPr>
          <p:cNvSpPr/>
          <p:nvPr/>
        </p:nvSpPr>
        <p:spPr>
          <a:xfrm>
            <a:off x="7329638" y="1402882"/>
            <a:ext cx="4389120" cy="640080"/>
          </a:xfrm>
          <a:prstGeom prst="rect">
            <a:avLst/>
          </a:prstGeom>
          <a:solidFill>
            <a:srgbClr val="0F172A"/>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2" name="Text 12">
            <a:extLst>
              <a:ext uri="{FF2B5EF4-FFF2-40B4-BE49-F238E27FC236}">
                <a16:creationId xmlns:a16="http://schemas.microsoft.com/office/drawing/2014/main" id="{B8B1A804-DC56-3A58-EF6A-D2172AB3E454}"/>
              </a:ext>
            </a:extLst>
          </p:cNvPr>
          <p:cNvSpPr/>
          <p:nvPr/>
        </p:nvSpPr>
        <p:spPr>
          <a:xfrm>
            <a:off x="7384502" y="1457746"/>
            <a:ext cx="4279392" cy="53035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Risk / cost</a:t>
            </a:r>
            <a:endParaRPr lang="en-US" sz="1000" dirty="0">
              <a:latin typeface="Times New Roman" panose="02020603050405020304" pitchFamily="18" charset="0"/>
              <a:cs typeface="Times New Roman" panose="02020603050405020304" pitchFamily="18" charset="0"/>
            </a:endParaRPr>
          </a:p>
        </p:txBody>
      </p:sp>
      <p:sp>
        <p:nvSpPr>
          <p:cNvPr id="13" name="Shape 13">
            <a:extLst>
              <a:ext uri="{FF2B5EF4-FFF2-40B4-BE49-F238E27FC236}">
                <a16:creationId xmlns:a16="http://schemas.microsoft.com/office/drawing/2014/main" id="{1D7DAF0C-DBB9-1BB4-468B-B8B090885B07}"/>
              </a:ext>
            </a:extLst>
          </p:cNvPr>
          <p:cNvSpPr/>
          <p:nvPr/>
        </p:nvSpPr>
        <p:spPr>
          <a:xfrm>
            <a:off x="517358" y="2042962"/>
            <a:ext cx="182880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4" name="Text 14">
            <a:extLst>
              <a:ext uri="{FF2B5EF4-FFF2-40B4-BE49-F238E27FC236}">
                <a16:creationId xmlns:a16="http://schemas.microsoft.com/office/drawing/2014/main" id="{C4B2A7FC-8AFE-CFAB-4EAC-8C63584AAAD3}"/>
              </a:ext>
            </a:extLst>
          </p:cNvPr>
          <p:cNvSpPr/>
          <p:nvPr/>
        </p:nvSpPr>
        <p:spPr>
          <a:xfrm>
            <a:off x="572222" y="2097826"/>
            <a:ext cx="17190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MHA→MQA/GQA/MLA</a:t>
            </a:r>
            <a:endParaRPr lang="en-US" sz="1000" dirty="0">
              <a:latin typeface="Times New Roman" panose="02020603050405020304" pitchFamily="18" charset="0"/>
              <a:cs typeface="Times New Roman" panose="02020603050405020304" pitchFamily="18" charset="0"/>
            </a:endParaRPr>
          </a:p>
        </p:txBody>
      </p:sp>
      <p:sp>
        <p:nvSpPr>
          <p:cNvPr id="15" name="Shape 15">
            <a:extLst>
              <a:ext uri="{FF2B5EF4-FFF2-40B4-BE49-F238E27FC236}">
                <a16:creationId xmlns:a16="http://schemas.microsoft.com/office/drawing/2014/main" id="{F4E913F0-6F00-3552-09F8-80EB87666B18}"/>
              </a:ext>
            </a:extLst>
          </p:cNvPr>
          <p:cNvSpPr/>
          <p:nvPr/>
        </p:nvSpPr>
        <p:spPr>
          <a:xfrm>
            <a:off x="2346158" y="2042962"/>
            <a:ext cx="196596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6" name="Text 16">
            <a:extLst>
              <a:ext uri="{FF2B5EF4-FFF2-40B4-BE49-F238E27FC236}">
                <a16:creationId xmlns:a16="http://schemas.microsoft.com/office/drawing/2014/main" id="{618912B5-8D9D-510E-D511-AFDAA24135A9}"/>
              </a:ext>
            </a:extLst>
          </p:cNvPr>
          <p:cNvSpPr/>
          <p:nvPr/>
        </p:nvSpPr>
        <p:spPr>
          <a:xfrm>
            <a:off x="2401022" y="2097826"/>
            <a:ext cx="185623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Yes / architecture or conversion</a:t>
            </a:r>
            <a:endParaRPr lang="en-US" sz="1000" dirty="0">
              <a:latin typeface="Times New Roman" panose="02020603050405020304" pitchFamily="18" charset="0"/>
              <a:cs typeface="Times New Roman" panose="02020603050405020304" pitchFamily="18" charset="0"/>
            </a:endParaRPr>
          </a:p>
        </p:txBody>
      </p:sp>
      <p:sp>
        <p:nvSpPr>
          <p:cNvPr id="17" name="Shape 17">
            <a:extLst>
              <a:ext uri="{FF2B5EF4-FFF2-40B4-BE49-F238E27FC236}">
                <a16:creationId xmlns:a16="http://schemas.microsoft.com/office/drawing/2014/main" id="{6E57D255-7B81-6C1E-9B2D-790131B8A735}"/>
              </a:ext>
            </a:extLst>
          </p:cNvPr>
          <p:cNvSpPr/>
          <p:nvPr/>
        </p:nvSpPr>
        <p:spPr>
          <a:xfrm>
            <a:off x="4312118" y="2042962"/>
            <a:ext cx="141732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18" name="Text 18">
            <a:extLst>
              <a:ext uri="{FF2B5EF4-FFF2-40B4-BE49-F238E27FC236}">
                <a16:creationId xmlns:a16="http://schemas.microsoft.com/office/drawing/2014/main" id="{E16FEF67-DB3A-CD89-5EFD-6334AAD44116}"/>
              </a:ext>
            </a:extLst>
          </p:cNvPr>
          <p:cNvSpPr/>
          <p:nvPr/>
        </p:nvSpPr>
        <p:spPr>
          <a:xfrm>
            <a:off x="4366982" y="2097826"/>
            <a:ext cx="13075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High</a:t>
            </a:r>
            <a:endParaRPr lang="en-US" sz="1000" dirty="0">
              <a:latin typeface="Times New Roman" panose="02020603050405020304" pitchFamily="18" charset="0"/>
              <a:cs typeface="Times New Roman" panose="02020603050405020304" pitchFamily="18" charset="0"/>
            </a:endParaRPr>
          </a:p>
        </p:txBody>
      </p:sp>
      <p:sp>
        <p:nvSpPr>
          <p:cNvPr id="19" name="Shape 19">
            <a:extLst>
              <a:ext uri="{FF2B5EF4-FFF2-40B4-BE49-F238E27FC236}">
                <a16:creationId xmlns:a16="http://schemas.microsoft.com/office/drawing/2014/main" id="{FE56D74C-07D7-8B0B-41E7-61E8F16FC1E6}"/>
              </a:ext>
            </a:extLst>
          </p:cNvPr>
          <p:cNvSpPr/>
          <p:nvPr/>
        </p:nvSpPr>
        <p:spPr>
          <a:xfrm>
            <a:off x="5729438" y="2042962"/>
            <a:ext cx="160020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0" name="Text 20">
            <a:extLst>
              <a:ext uri="{FF2B5EF4-FFF2-40B4-BE49-F238E27FC236}">
                <a16:creationId xmlns:a16="http://schemas.microsoft.com/office/drawing/2014/main" id="{34557139-2F6D-8944-756D-EB906C8B6EA6}"/>
              </a:ext>
            </a:extLst>
          </p:cNvPr>
          <p:cNvSpPr/>
          <p:nvPr/>
        </p:nvSpPr>
        <p:spPr>
          <a:xfrm>
            <a:off x="5784302" y="2097826"/>
            <a:ext cx="14904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High in decode</a:t>
            </a:r>
            <a:endParaRPr lang="en-US" sz="1000" dirty="0">
              <a:latin typeface="Times New Roman" panose="02020603050405020304" pitchFamily="18" charset="0"/>
              <a:cs typeface="Times New Roman" panose="02020603050405020304" pitchFamily="18" charset="0"/>
            </a:endParaRPr>
          </a:p>
        </p:txBody>
      </p:sp>
      <p:sp>
        <p:nvSpPr>
          <p:cNvPr id="21" name="Shape 21">
            <a:extLst>
              <a:ext uri="{FF2B5EF4-FFF2-40B4-BE49-F238E27FC236}">
                <a16:creationId xmlns:a16="http://schemas.microsoft.com/office/drawing/2014/main" id="{162E9FCE-63B9-4925-B135-CED37F2D314A}"/>
              </a:ext>
            </a:extLst>
          </p:cNvPr>
          <p:cNvSpPr/>
          <p:nvPr/>
        </p:nvSpPr>
        <p:spPr>
          <a:xfrm>
            <a:off x="7329638" y="2042962"/>
            <a:ext cx="438912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2" name="Text 22">
            <a:extLst>
              <a:ext uri="{FF2B5EF4-FFF2-40B4-BE49-F238E27FC236}">
                <a16:creationId xmlns:a16="http://schemas.microsoft.com/office/drawing/2014/main" id="{714AE1C6-CF06-4F03-99B4-86E463FCA50A}"/>
              </a:ext>
            </a:extLst>
          </p:cNvPr>
          <p:cNvSpPr/>
          <p:nvPr/>
        </p:nvSpPr>
        <p:spPr>
          <a:xfrm>
            <a:off x="7384502" y="2097826"/>
            <a:ext cx="42793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Training/conversion; quality trade-off</a:t>
            </a:r>
            <a:endParaRPr lang="en-US" sz="1000" dirty="0">
              <a:latin typeface="Times New Roman" panose="02020603050405020304" pitchFamily="18" charset="0"/>
              <a:cs typeface="Times New Roman" panose="02020603050405020304" pitchFamily="18" charset="0"/>
            </a:endParaRPr>
          </a:p>
        </p:txBody>
      </p:sp>
      <p:sp>
        <p:nvSpPr>
          <p:cNvPr id="23" name="Shape 23">
            <a:extLst>
              <a:ext uri="{FF2B5EF4-FFF2-40B4-BE49-F238E27FC236}">
                <a16:creationId xmlns:a16="http://schemas.microsoft.com/office/drawing/2014/main" id="{F8387E42-7DFF-9367-62F4-E3F8A72C9BBF}"/>
              </a:ext>
            </a:extLst>
          </p:cNvPr>
          <p:cNvSpPr/>
          <p:nvPr/>
        </p:nvSpPr>
        <p:spPr>
          <a:xfrm>
            <a:off x="517358" y="2683042"/>
            <a:ext cx="182880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4" name="Text 24">
            <a:extLst>
              <a:ext uri="{FF2B5EF4-FFF2-40B4-BE49-F238E27FC236}">
                <a16:creationId xmlns:a16="http://schemas.microsoft.com/office/drawing/2014/main" id="{21EF0D5D-4ADB-3523-ADB2-B13884344C8A}"/>
              </a:ext>
            </a:extLst>
          </p:cNvPr>
          <p:cNvSpPr/>
          <p:nvPr/>
        </p:nvSpPr>
        <p:spPr>
          <a:xfrm>
            <a:off x="572222" y="2737906"/>
            <a:ext cx="17190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Quantization</a:t>
            </a:r>
            <a:endParaRPr lang="en-US" sz="1000" dirty="0">
              <a:latin typeface="Times New Roman" panose="02020603050405020304" pitchFamily="18" charset="0"/>
              <a:cs typeface="Times New Roman" panose="02020603050405020304" pitchFamily="18" charset="0"/>
            </a:endParaRPr>
          </a:p>
        </p:txBody>
      </p:sp>
      <p:sp>
        <p:nvSpPr>
          <p:cNvPr id="25" name="Shape 25">
            <a:extLst>
              <a:ext uri="{FF2B5EF4-FFF2-40B4-BE49-F238E27FC236}">
                <a16:creationId xmlns:a16="http://schemas.microsoft.com/office/drawing/2014/main" id="{D4191F44-47DD-01AE-C991-F7A6E4D1B57E}"/>
              </a:ext>
            </a:extLst>
          </p:cNvPr>
          <p:cNvSpPr/>
          <p:nvPr/>
        </p:nvSpPr>
        <p:spPr>
          <a:xfrm>
            <a:off x="2346158" y="2683042"/>
            <a:ext cx="196596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6" name="Text 26">
            <a:extLst>
              <a:ext uri="{FF2B5EF4-FFF2-40B4-BE49-F238E27FC236}">
                <a16:creationId xmlns:a16="http://schemas.microsoft.com/office/drawing/2014/main" id="{5CBF8C94-1AD3-237E-4A61-CD2AE7BAECF9}"/>
              </a:ext>
            </a:extLst>
          </p:cNvPr>
          <p:cNvSpPr/>
          <p:nvPr/>
        </p:nvSpPr>
        <p:spPr>
          <a:xfrm>
            <a:off x="2401022" y="2737906"/>
            <a:ext cx="185623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Usually no</a:t>
            </a:r>
            <a:endParaRPr lang="en-US" sz="1000" dirty="0">
              <a:latin typeface="Times New Roman" panose="02020603050405020304" pitchFamily="18" charset="0"/>
              <a:cs typeface="Times New Roman" panose="02020603050405020304" pitchFamily="18" charset="0"/>
            </a:endParaRPr>
          </a:p>
        </p:txBody>
      </p:sp>
      <p:sp>
        <p:nvSpPr>
          <p:cNvPr id="27" name="Shape 27">
            <a:extLst>
              <a:ext uri="{FF2B5EF4-FFF2-40B4-BE49-F238E27FC236}">
                <a16:creationId xmlns:a16="http://schemas.microsoft.com/office/drawing/2014/main" id="{8F0AFC08-1724-51D1-63C1-CCB830BAC22C}"/>
              </a:ext>
            </a:extLst>
          </p:cNvPr>
          <p:cNvSpPr/>
          <p:nvPr/>
        </p:nvSpPr>
        <p:spPr>
          <a:xfrm>
            <a:off x="4312118" y="2683042"/>
            <a:ext cx="141732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28" name="Text 28">
            <a:extLst>
              <a:ext uri="{FF2B5EF4-FFF2-40B4-BE49-F238E27FC236}">
                <a16:creationId xmlns:a16="http://schemas.microsoft.com/office/drawing/2014/main" id="{822F46D2-6D28-00CF-6C10-4876E8AF12A5}"/>
              </a:ext>
            </a:extLst>
          </p:cNvPr>
          <p:cNvSpPr/>
          <p:nvPr/>
        </p:nvSpPr>
        <p:spPr>
          <a:xfrm>
            <a:off x="4366982" y="2737906"/>
            <a:ext cx="13075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Medium to high</a:t>
            </a:r>
            <a:endParaRPr lang="en-US" sz="1000" dirty="0">
              <a:latin typeface="Times New Roman" panose="02020603050405020304" pitchFamily="18" charset="0"/>
              <a:cs typeface="Times New Roman" panose="02020603050405020304" pitchFamily="18" charset="0"/>
            </a:endParaRPr>
          </a:p>
        </p:txBody>
      </p:sp>
      <p:sp>
        <p:nvSpPr>
          <p:cNvPr id="29" name="Shape 29">
            <a:extLst>
              <a:ext uri="{FF2B5EF4-FFF2-40B4-BE49-F238E27FC236}">
                <a16:creationId xmlns:a16="http://schemas.microsoft.com/office/drawing/2014/main" id="{594A5041-841D-F47D-29FF-61D61CFC1989}"/>
              </a:ext>
            </a:extLst>
          </p:cNvPr>
          <p:cNvSpPr/>
          <p:nvPr/>
        </p:nvSpPr>
        <p:spPr>
          <a:xfrm>
            <a:off x="5729438" y="2683042"/>
            <a:ext cx="160020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0" name="Text 30">
            <a:extLst>
              <a:ext uri="{FF2B5EF4-FFF2-40B4-BE49-F238E27FC236}">
                <a16:creationId xmlns:a16="http://schemas.microsoft.com/office/drawing/2014/main" id="{FAAC90E7-F119-C8E1-8925-29479F25A1D8}"/>
              </a:ext>
            </a:extLst>
          </p:cNvPr>
          <p:cNvSpPr/>
          <p:nvPr/>
        </p:nvSpPr>
        <p:spPr>
          <a:xfrm>
            <a:off x="5784302" y="2737906"/>
            <a:ext cx="14904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High if kernels are efficient</a:t>
            </a:r>
            <a:endParaRPr lang="en-US" sz="1000" dirty="0">
              <a:latin typeface="Times New Roman" panose="02020603050405020304" pitchFamily="18" charset="0"/>
              <a:cs typeface="Times New Roman" panose="02020603050405020304" pitchFamily="18" charset="0"/>
            </a:endParaRPr>
          </a:p>
        </p:txBody>
      </p:sp>
      <p:sp>
        <p:nvSpPr>
          <p:cNvPr id="31" name="Shape 31">
            <a:extLst>
              <a:ext uri="{FF2B5EF4-FFF2-40B4-BE49-F238E27FC236}">
                <a16:creationId xmlns:a16="http://schemas.microsoft.com/office/drawing/2014/main" id="{CF9731B6-3136-D4A3-593E-94D8C94072FD}"/>
              </a:ext>
            </a:extLst>
          </p:cNvPr>
          <p:cNvSpPr/>
          <p:nvPr/>
        </p:nvSpPr>
        <p:spPr>
          <a:xfrm>
            <a:off x="7329638" y="2683042"/>
            <a:ext cx="438912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2" name="Text 32">
            <a:extLst>
              <a:ext uri="{FF2B5EF4-FFF2-40B4-BE49-F238E27FC236}">
                <a16:creationId xmlns:a16="http://schemas.microsoft.com/office/drawing/2014/main" id="{23BDBA0C-16E5-2FB4-70B7-DB27A556520E}"/>
              </a:ext>
            </a:extLst>
          </p:cNvPr>
          <p:cNvSpPr/>
          <p:nvPr/>
        </p:nvSpPr>
        <p:spPr>
          <a:xfrm>
            <a:off x="7384502" y="2737906"/>
            <a:ext cx="42793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Numerical error; dequant overhead</a:t>
            </a:r>
            <a:endParaRPr lang="en-US" sz="1000" dirty="0">
              <a:latin typeface="Times New Roman" panose="02020603050405020304" pitchFamily="18" charset="0"/>
              <a:cs typeface="Times New Roman" panose="02020603050405020304" pitchFamily="18" charset="0"/>
            </a:endParaRPr>
          </a:p>
        </p:txBody>
      </p:sp>
      <p:sp>
        <p:nvSpPr>
          <p:cNvPr id="33" name="Shape 33">
            <a:extLst>
              <a:ext uri="{FF2B5EF4-FFF2-40B4-BE49-F238E27FC236}">
                <a16:creationId xmlns:a16="http://schemas.microsoft.com/office/drawing/2014/main" id="{2E05A783-122A-B6B1-C050-C86229F1D74A}"/>
              </a:ext>
            </a:extLst>
          </p:cNvPr>
          <p:cNvSpPr/>
          <p:nvPr/>
        </p:nvSpPr>
        <p:spPr>
          <a:xfrm>
            <a:off x="517358" y="3323122"/>
            <a:ext cx="182880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4" name="Text 34">
            <a:extLst>
              <a:ext uri="{FF2B5EF4-FFF2-40B4-BE49-F238E27FC236}">
                <a16:creationId xmlns:a16="http://schemas.microsoft.com/office/drawing/2014/main" id="{802D4768-3A9B-775D-48CB-93289592BA5C}"/>
              </a:ext>
            </a:extLst>
          </p:cNvPr>
          <p:cNvSpPr/>
          <p:nvPr/>
        </p:nvSpPr>
        <p:spPr>
          <a:xfrm>
            <a:off x="572222" y="3377986"/>
            <a:ext cx="17190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KV cache reuse</a:t>
            </a:r>
            <a:endParaRPr lang="en-US" sz="1000" dirty="0">
              <a:latin typeface="Times New Roman" panose="02020603050405020304" pitchFamily="18" charset="0"/>
              <a:cs typeface="Times New Roman" panose="02020603050405020304" pitchFamily="18" charset="0"/>
            </a:endParaRPr>
          </a:p>
        </p:txBody>
      </p:sp>
      <p:sp>
        <p:nvSpPr>
          <p:cNvPr id="35" name="Shape 35">
            <a:extLst>
              <a:ext uri="{FF2B5EF4-FFF2-40B4-BE49-F238E27FC236}">
                <a16:creationId xmlns:a16="http://schemas.microsoft.com/office/drawing/2014/main" id="{31D170C7-7431-83E6-2A3C-BC18F9D7E7A9}"/>
              </a:ext>
            </a:extLst>
          </p:cNvPr>
          <p:cNvSpPr/>
          <p:nvPr/>
        </p:nvSpPr>
        <p:spPr>
          <a:xfrm>
            <a:off x="2346158" y="3323122"/>
            <a:ext cx="196596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6" name="Text 36">
            <a:extLst>
              <a:ext uri="{FF2B5EF4-FFF2-40B4-BE49-F238E27FC236}">
                <a16:creationId xmlns:a16="http://schemas.microsoft.com/office/drawing/2014/main" id="{5F5D2776-E2F6-34E5-E408-4458D12FB83B}"/>
              </a:ext>
            </a:extLst>
          </p:cNvPr>
          <p:cNvSpPr/>
          <p:nvPr/>
        </p:nvSpPr>
        <p:spPr>
          <a:xfrm>
            <a:off x="2401022" y="3377986"/>
            <a:ext cx="185623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No, mostly system-level</a:t>
            </a:r>
            <a:endParaRPr lang="en-US" sz="1000" dirty="0">
              <a:latin typeface="Times New Roman" panose="02020603050405020304" pitchFamily="18" charset="0"/>
              <a:cs typeface="Times New Roman" panose="02020603050405020304" pitchFamily="18" charset="0"/>
            </a:endParaRPr>
          </a:p>
        </p:txBody>
      </p:sp>
      <p:sp>
        <p:nvSpPr>
          <p:cNvPr id="37" name="Shape 37">
            <a:extLst>
              <a:ext uri="{FF2B5EF4-FFF2-40B4-BE49-F238E27FC236}">
                <a16:creationId xmlns:a16="http://schemas.microsoft.com/office/drawing/2014/main" id="{4ED7015D-B5AF-FD9E-8AAD-7742D7A530EC}"/>
              </a:ext>
            </a:extLst>
          </p:cNvPr>
          <p:cNvSpPr/>
          <p:nvPr/>
        </p:nvSpPr>
        <p:spPr>
          <a:xfrm>
            <a:off x="4312118" y="3323122"/>
            <a:ext cx="141732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38" name="Text 38">
            <a:extLst>
              <a:ext uri="{FF2B5EF4-FFF2-40B4-BE49-F238E27FC236}">
                <a16:creationId xmlns:a16="http://schemas.microsoft.com/office/drawing/2014/main" id="{058A0669-ED70-E652-A649-9104A02C22E5}"/>
              </a:ext>
            </a:extLst>
          </p:cNvPr>
          <p:cNvSpPr/>
          <p:nvPr/>
        </p:nvSpPr>
        <p:spPr>
          <a:xfrm>
            <a:off x="4366982" y="3377986"/>
            <a:ext cx="13075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Avoids recomputation; may increase stored cache</a:t>
            </a:r>
            <a:endParaRPr lang="en-US" sz="1000" dirty="0">
              <a:latin typeface="Times New Roman" panose="02020603050405020304" pitchFamily="18" charset="0"/>
              <a:cs typeface="Times New Roman" panose="02020603050405020304" pitchFamily="18" charset="0"/>
            </a:endParaRPr>
          </a:p>
        </p:txBody>
      </p:sp>
      <p:sp>
        <p:nvSpPr>
          <p:cNvPr id="39" name="Shape 39">
            <a:extLst>
              <a:ext uri="{FF2B5EF4-FFF2-40B4-BE49-F238E27FC236}">
                <a16:creationId xmlns:a16="http://schemas.microsoft.com/office/drawing/2014/main" id="{8BFB5869-631B-650F-5E05-64A30809541C}"/>
              </a:ext>
            </a:extLst>
          </p:cNvPr>
          <p:cNvSpPr/>
          <p:nvPr/>
        </p:nvSpPr>
        <p:spPr>
          <a:xfrm>
            <a:off x="5729438" y="3323122"/>
            <a:ext cx="160020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0" name="Text 40">
            <a:extLst>
              <a:ext uri="{FF2B5EF4-FFF2-40B4-BE49-F238E27FC236}">
                <a16:creationId xmlns:a16="http://schemas.microsoft.com/office/drawing/2014/main" id="{8B39E175-834B-C17C-046A-B399E040F874}"/>
              </a:ext>
            </a:extLst>
          </p:cNvPr>
          <p:cNvSpPr/>
          <p:nvPr/>
        </p:nvSpPr>
        <p:spPr>
          <a:xfrm>
            <a:off x="5784302" y="3377986"/>
            <a:ext cx="14904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High for repeated prompts</a:t>
            </a:r>
            <a:endParaRPr lang="en-US" sz="1000" dirty="0">
              <a:latin typeface="Times New Roman" panose="02020603050405020304" pitchFamily="18" charset="0"/>
              <a:cs typeface="Times New Roman" panose="02020603050405020304" pitchFamily="18" charset="0"/>
            </a:endParaRPr>
          </a:p>
        </p:txBody>
      </p:sp>
      <p:sp>
        <p:nvSpPr>
          <p:cNvPr id="41" name="Shape 41">
            <a:extLst>
              <a:ext uri="{FF2B5EF4-FFF2-40B4-BE49-F238E27FC236}">
                <a16:creationId xmlns:a16="http://schemas.microsoft.com/office/drawing/2014/main" id="{F2F87222-FA1F-032F-D6D6-DD2617BC2DFB}"/>
              </a:ext>
            </a:extLst>
          </p:cNvPr>
          <p:cNvSpPr/>
          <p:nvPr/>
        </p:nvSpPr>
        <p:spPr>
          <a:xfrm>
            <a:off x="7329638" y="3323122"/>
            <a:ext cx="438912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2" name="Text 42">
            <a:extLst>
              <a:ext uri="{FF2B5EF4-FFF2-40B4-BE49-F238E27FC236}">
                <a16:creationId xmlns:a16="http://schemas.microsoft.com/office/drawing/2014/main" id="{AE6A55FD-8631-C831-90BF-72732C529A93}"/>
              </a:ext>
            </a:extLst>
          </p:cNvPr>
          <p:cNvSpPr/>
          <p:nvPr/>
        </p:nvSpPr>
        <p:spPr>
          <a:xfrm>
            <a:off x="7384502" y="3377986"/>
            <a:ext cx="42793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Position/model match; security; routing</a:t>
            </a:r>
            <a:endParaRPr lang="en-US" sz="1000" dirty="0">
              <a:latin typeface="Times New Roman" panose="02020603050405020304" pitchFamily="18" charset="0"/>
              <a:cs typeface="Times New Roman" panose="02020603050405020304" pitchFamily="18" charset="0"/>
            </a:endParaRPr>
          </a:p>
        </p:txBody>
      </p:sp>
      <p:sp>
        <p:nvSpPr>
          <p:cNvPr id="43" name="Shape 43">
            <a:extLst>
              <a:ext uri="{FF2B5EF4-FFF2-40B4-BE49-F238E27FC236}">
                <a16:creationId xmlns:a16="http://schemas.microsoft.com/office/drawing/2014/main" id="{E0B55939-CAA3-8E48-F36F-914EF0939AFA}"/>
              </a:ext>
            </a:extLst>
          </p:cNvPr>
          <p:cNvSpPr/>
          <p:nvPr/>
        </p:nvSpPr>
        <p:spPr>
          <a:xfrm>
            <a:off x="517358" y="3963202"/>
            <a:ext cx="182880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4" name="Text 44">
            <a:extLst>
              <a:ext uri="{FF2B5EF4-FFF2-40B4-BE49-F238E27FC236}">
                <a16:creationId xmlns:a16="http://schemas.microsoft.com/office/drawing/2014/main" id="{257102D3-0779-512C-2876-8D28E63C3EAD}"/>
              </a:ext>
            </a:extLst>
          </p:cNvPr>
          <p:cNvSpPr/>
          <p:nvPr/>
        </p:nvSpPr>
        <p:spPr>
          <a:xfrm>
            <a:off x="572222" y="4018066"/>
            <a:ext cx="17190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Cross-layer sharing</a:t>
            </a:r>
            <a:endParaRPr lang="en-US" sz="1000" dirty="0">
              <a:latin typeface="Times New Roman" panose="02020603050405020304" pitchFamily="18" charset="0"/>
              <a:cs typeface="Times New Roman" panose="02020603050405020304" pitchFamily="18" charset="0"/>
            </a:endParaRPr>
          </a:p>
        </p:txBody>
      </p:sp>
      <p:sp>
        <p:nvSpPr>
          <p:cNvPr id="45" name="Shape 45">
            <a:extLst>
              <a:ext uri="{FF2B5EF4-FFF2-40B4-BE49-F238E27FC236}">
                <a16:creationId xmlns:a16="http://schemas.microsoft.com/office/drawing/2014/main" id="{08B0F7DD-49A1-F53E-48F3-E73E99584507}"/>
              </a:ext>
            </a:extLst>
          </p:cNvPr>
          <p:cNvSpPr/>
          <p:nvPr/>
        </p:nvSpPr>
        <p:spPr>
          <a:xfrm>
            <a:off x="2346158" y="3963202"/>
            <a:ext cx="196596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6" name="Text 46">
            <a:extLst>
              <a:ext uri="{FF2B5EF4-FFF2-40B4-BE49-F238E27FC236}">
                <a16:creationId xmlns:a16="http://schemas.microsoft.com/office/drawing/2014/main" id="{D47E86E7-56F7-A5C0-34B7-1116A9070605}"/>
              </a:ext>
            </a:extLst>
          </p:cNvPr>
          <p:cNvSpPr/>
          <p:nvPr/>
        </p:nvSpPr>
        <p:spPr>
          <a:xfrm>
            <a:off x="2401022" y="4018066"/>
            <a:ext cx="185623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Often yes or fine-tuning</a:t>
            </a:r>
            <a:endParaRPr lang="en-US" sz="1000" dirty="0">
              <a:latin typeface="Times New Roman" panose="02020603050405020304" pitchFamily="18" charset="0"/>
              <a:cs typeface="Times New Roman" panose="02020603050405020304" pitchFamily="18" charset="0"/>
            </a:endParaRPr>
          </a:p>
        </p:txBody>
      </p:sp>
      <p:sp>
        <p:nvSpPr>
          <p:cNvPr id="47" name="Shape 47">
            <a:extLst>
              <a:ext uri="{FF2B5EF4-FFF2-40B4-BE49-F238E27FC236}">
                <a16:creationId xmlns:a16="http://schemas.microsoft.com/office/drawing/2014/main" id="{BA300985-87C7-E5F8-B4D9-D0207E6BFE95}"/>
              </a:ext>
            </a:extLst>
          </p:cNvPr>
          <p:cNvSpPr/>
          <p:nvPr/>
        </p:nvSpPr>
        <p:spPr>
          <a:xfrm>
            <a:off x="4312118" y="3963202"/>
            <a:ext cx="141732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48" name="Text 48">
            <a:extLst>
              <a:ext uri="{FF2B5EF4-FFF2-40B4-BE49-F238E27FC236}">
                <a16:creationId xmlns:a16="http://schemas.microsoft.com/office/drawing/2014/main" id="{253A5DE8-4453-BCEB-CC08-2EBE4419A5D4}"/>
              </a:ext>
            </a:extLst>
          </p:cNvPr>
          <p:cNvSpPr/>
          <p:nvPr/>
        </p:nvSpPr>
        <p:spPr>
          <a:xfrm>
            <a:off x="4366982" y="4018066"/>
            <a:ext cx="13075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Medium to high</a:t>
            </a:r>
            <a:endParaRPr lang="en-US" sz="1000" dirty="0">
              <a:latin typeface="Times New Roman" panose="02020603050405020304" pitchFamily="18" charset="0"/>
              <a:cs typeface="Times New Roman" panose="02020603050405020304" pitchFamily="18" charset="0"/>
            </a:endParaRPr>
          </a:p>
        </p:txBody>
      </p:sp>
      <p:sp>
        <p:nvSpPr>
          <p:cNvPr id="49" name="Shape 49">
            <a:extLst>
              <a:ext uri="{FF2B5EF4-FFF2-40B4-BE49-F238E27FC236}">
                <a16:creationId xmlns:a16="http://schemas.microsoft.com/office/drawing/2014/main" id="{D37C2DAE-1E1D-8951-7E85-A5DC729FC96A}"/>
              </a:ext>
            </a:extLst>
          </p:cNvPr>
          <p:cNvSpPr/>
          <p:nvPr/>
        </p:nvSpPr>
        <p:spPr>
          <a:xfrm>
            <a:off x="5729438" y="3963202"/>
            <a:ext cx="160020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0" name="Text 50">
            <a:extLst>
              <a:ext uri="{FF2B5EF4-FFF2-40B4-BE49-F238E27FC236}">
                <a16:creationId xmlns:a16="http://schemas.microsoft.com/office/drawing/2014/main" id="{39EE5D0A-5BBA-E9DE-3365-75D391E77ED7}"/>
              </a:ext>
            </a:extLst>
          </p:cNvPr>
          <p:cNvSpPr/>
          <p:nvPr/>
        </p:nvSpPr>
        <p:spPr>
          <a:xfrm>
            <a:off x="5784302" y="4018066"/>
            <a:ext cx="14904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Medium</a:t>
            </a:r>
            <a:endParaRPr lang="en-US" sz="1000" dirty="0">
              <a:latin typeface="Times New Roman" panose="02020603050405020304" pitchFamily="18" charset="0"/>
              <a:cs typeface="Times New Roman" panose="02020603050405020304" pitchFamily="18" charset="0"/>
            </a:endParaRPr>
          </a:p>
        </p:txBody>
      </p:sp>
      <p:sp>
        <p:nvSpPr>
          <p:cNvPr id="51" name="Shape 51">
            <a:extLst>
              <a:ext uri="{FF2B5EF4-FFF2-40B4-BE49-F238E27FC236}">
                <a16:creationId xmlns:a16="http://schemas.microsoft.com/office/drawing/2014/main" id="{18FEFEEC-1F8B-17B1-E052-DC7EADBD2041}"/>
              </a:ext>
            </a:extLst>
          </p:cNvPr>
          <p:cNvSpPr/>
          <p:nvPr/>
        </p:nvSpPr>
        <p:spPr>
          <a:xfrm>
            <a:off x="7329638" y="3963202"/>
            <a:ext cx="4389120" cy="640080"/>
          </a:xfrm>
          <a:prstGeom prst="rect">
            <a:avLst/>
          </a:prstGeom>
          <a:solidFill>
            <a:srgbClr val="F8FAFC"/>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2" name="Text 52">
            <a:extLst>
              <a:ext uri="{FF2B5EF4-FFF2-40B4-BE49-F238E27FC236}">
                <a16:creationId xmlns:a16="http://schemas.microsoft.com/office/drawing/2014/main" id="{DC557034-1DCE-2E4E-FB9F-19D4AB1CD8C9}"/>
              </a:ext>
            </a:extLst>
          </p:cNvPr>
          <p:cNvSpPr/>
          <p:nvPr/>
        </p:nvSpPr>
        <p:spPr>
          <a:xfrm>
            <a:off x="7384502" y="4018066"/>
            <a:ext cx="42793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Layer mismatch; adaptation cost</a:t>
            </a:r>
            <a:endParaRPr lang="en-US" sz="1000" dirty="0">
              <a:latin typeface="Times New Roman" panose="02020603050405020304" pitchFamily="18" charset="0"/>
              <a:cs typeface="Times New Roman" panose="02020603050405020304" pitchFamily="18" charset="0"/>
            </a:endParaRPr>
          </a:p>
        </p:txBody>
      </p:sp>
      <p:sp>
        <p:nvSpPr>
          <p:cNvPr id="53" name="Shape 53">
            <a:extLst>
              <a:ext uri="{FF2B5EF4-FFF2-40B4-BE49-F238E27FC236}">
                <a16:creationId xmlns:a16="http://schemas.microsoft.com/office/drawing/2014/main" id="{ED298D88-5272-9A6F-C2E5-5551AE71F98B}"/>
              </a:ext>
            </a:extLst>
          </p:cNvPr>
          <p:cNvSpPr/>
          <p:nvPr/>
        </p:nvSpPr>
        <p:spPr>
          <a:xfrm>
            <a:off x="517358" y="4603282"/>
            <a:ext cx="182880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4" name="Text 54">
            <a:extLst>
              <a:ext uri="{FF2B5EF4-FFF2-40B4-BE49-F238E27FC236}">
                <a16:creationId xmlns:a16="http://schemas.microsoft.com/office/drawing/2014/main" id="{7DD43C9F-D2E4-53BF-B0B7-7924CBFDBD21}"/>
              </a:ext>
            </a:extLst>
          </p:cNvPr>
          <p:cNvSpPr/>
          <p:nvPr/>
        </p:nvSpPr>
        <p:spPr>
          <a:xfrm>
            <a:off x="572222" y="4658146"/>
            <a:ext cx="17190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Pruning / eviction</a:t>
            </a:r>
            <a:endParaRPr lang="en-US" sz="1000" dirty="0">
              <a:latin typeface="Times New Roman" panose="02020603050405020304" pitchFamily="18" charset="0"/>
              <a:cs typeface="Times New Roman" panose="02020603050405020304" pitchFamily="18" charset="0"/>
            </a:endParaRPr>
          </a:p>
        </p:txBody>
      </p:sp>
      <p:sp>
        <p:nvSpPr>
          <p:cNvPr id="55" name="Shape 55">
            <a:extLst>
              <a:ext uri="{FF2B5EF4-FFF2-40B4-BE49-F238E27FC236}">
                <a16:creationId xmlns:a16="http://schemas.microsoft.com/office/drawing/2014/main" id="{2BFE3965-4804-3737-4C6C-7FC90C22DF78}"/>
              </a:ext>
            </a:extLst>
          </p:cNvPr>
          <p:cNvSpPr/>
          <p:nvPr/>
        </p:nvSpPr>
        <p:spPr>
          <a:xfrm>
            <a:off x="2346158" y="4603282"/>
            <a:ext cx="196596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6" name="Text 56">
            <a:extLst>
              <a:ext uri="{FF2B5EF4-FFF2-40B4-BE49-F238E27FC236}">
                <a16:creationId xmlns:a16="http://schemas.microsoft.com/office/drawing/2014/main" id="{5CAF4F64-70C5-ADB7-7A2B-E6FD86FABC00}"/>
              </a:ext>
            </a:extLst>
          </p:cNvPr>
          <p:cNvSpPr/>
          <p:nvPr/>
        </p:nvSpPr>
        <p:spPr>
          <a:xfrm>
            <a:off x="2401022" y="4658146"/>
            <a:ext cx="185623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Usually no</a:t>
            </a:r>
            <a:endParaRPr lang="en-US" sz="1000" dirty="0">
              <a:latin typeface="Times New Roman" panose="02020603050405020304" pitchFamily="18" charset="0"/>
              <a:cs typeface="Times New Roman" panose="02020603050405020304" pitchFamily="18" charset="0"/>
            </a:endParaRPr>
          </a:p>
        </p:txBody>
      </p:sp>
      <p:sp>
        <p:nvSpPr>
          <p:cNvPr id="57" name="Shape 57">
            <a:extLst>
              <a:ext uri="{FF2B5EF4-FFF2-40B4-BE49-F238E27FC236}">
                <a16:creationId xmlns:a16="http://schemas.microsoft.com/office/drawing/2014/main" id="{55C0EEF8-542B-672D-D0AF-D1EEF9481396}"/>
              </a:ext>
            </a:extLst>
          </p:cNvPr>
          <p:cNvSpPr/>
          <p:nvPr/>
        </p:nvSpPr>
        <p:spPr>
          <a:xfrm>
            <a:off x="4312118" y="4603282"/>
            <a:ext cx="141732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58" name="Text 58">
            <a:extLst>
              <a:ext uri="{FF2B5EF4-FFF2-40B4-BE49-F238E27FC236}">
                <a16:creationId xmlns:a16="http://schemas.microsoft.com/office/drawing/2014/main" id="{9A15511E-EFE8-B7E5-CA53-42F5DBECB505}"/>
              </a:ext>
            </a:extLst>
          </p:cNvPr>
          <p:cNvSpPr/>
          <p:nvPr/>
        </p:nvSpPr>
        <p:spPr>
          <a:xfrm>
            <a:off x="4366982" y="4658146"/>
            <a:ext cx="13075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High</a:t>
            </a:r>
            <a:endParaRPr lang="en-US" sz="1000" dirty="0">
              <a:latin typeface="Times New Roman" panose="02020603050405020304" pitchFamily="18" charset="0"/>
              <a:cs typeface="Times New Roman" panose="02020603050405020304" pitchFamily="18" charset="0"/>
            </a:endParaRPr>
          </a:p>
        </p:txBody>
      </p:sp>
      <p:sp>
        <p:nvSpPr>
          <p:cNvPr id="59" name="Shape 59">
            <a:extLst>
              <a:ext uri="{FF2B5EF4-FFF2-40B4-BE49-F238E27FC236}">
                <a16:creationId xmlns:a16="http://schemas.microsoft.com/office/drawing/2014/main" id="{8956F155-7A0C-B70E-BC9A-C5B45C301618}"/>
              </a:ext>
            </a:extLst>
          </p:cNvPr>
          <p:cNvSpPr/>
          <p:nvPr/>
        </p:nvSpPr>
        <p:spPr>
          <a:xfrm>
            <a:off x="5729438" y="4603282"/>
            <a:ext cx="160020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60" name="Text 60">
            <a:extLst>
              <a:ext uri="{FF2B5EF4-FFF2-40B4-BE49-F238E27FC236}">
                <a16:creationId xmlns:a16="http://schemas.microsoft.com/office/drawing/2014/main" id="{EDCE02BF-5242-2E1A-96EB-A313154ED198}"/>
              </a:ext>
            </a:extLst>
          </p:cNvPr>
          <p:cNvSpPr/>
          <p:nvPr/>
        </p:nvSpPr>
        <p:spPr>
          <a:xfrm>
            <a:off x="5784302" y="4658146"/>
            <a:ext cx="149047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Medium to high</a:t>
            </a:r>
            <a:endParaRPr lang="en-US" sz="1000" dirty="0">
              <a:latin typeface="Times New Roman" panose="02020603050405020304" pitchFamily="18" charset="0"/>
              <a:cs typeface="Times New Roman" panose="02020603050405020304" pitchFamily="18" charset="0"/>
            </a:endParaRPr>
          </a:p>
        </p:txBody>
      </p:sp>
      <p:sp>
        <p:nvSpPr>
          <p:cNvPr id="61" name="Shape 61">
            <a:extLst>
              <a:ext uri="{FF2B5EF4-FFF2-40B4-BE49-F238E27FC236}">
                <a16:creationId xmlns:a16="http://schemas.microsoft.com/office/drawing/2014/main" id="{5330CB16-BABE-94A2-4F0B-6604379E3137}"/>
              </a:ext>
            </a:extLst>
          </p:cNvPr>
          <p:cNvSpPr/>
          <p:nvPr/>
        </p:nvSpPr>
        <p:spPr>
          <a:xfrm>
            <a:off x="7329638" y="4603282"/>
            <a:ext cx="4389120" cy="640080"/>
          </a:xfrm>
          <a:prstGeom prst="rect">
            <a:avLst/>
          </a:prstGeom>
          <a:solidFill>
            <a:srgbClr val="FFFFFF"/>
          </a:solidFill>
          <a:ln w="7620">
            <a:solidFill>
              <a:srgbClr val="CBD5E1"/>
            </a:solidFill>
            <a:prstDash val="solid"/>
          </a:ln>
        </p:spPr>
        <p:txBody>
          <a:bodyPr/>
          <a:lstStyle/>
          <a:p>
            <a:pPr algn="ctr"/>
            <a:endParaRPr lang="en-CN" sz="2400">
              <a:latin typeface="Times New Roman" panose="02020603050405020304" pitchFamily="18" charset="0"/>
              <a:cs typeface="Times New Roman" panose="02020603050405020304" pitchFamily="18" charset="0"/>
            </a:endParaRPr>
          </a:p>
        </p:txBody>
      </p:sp>
      <p:sp>
        <p:nvSpPr>
          <p:cNvPr id="62" name="Text 62">
            <a:extLst>
              <a:ext uri="{FF2B5EF4-FFF2-40B4-BE49-F238E27FC236}">
                <a16:creationId xmlns:a16="http://schemas.microsoft.com/office/drawing/2014/main" id="{5357C704-5BFB-C6B0-C0D1-EF40F31F7134}"/>
              </a:ext>
            </a:extLst>
          </p:cNvPr>
          <p:cNvSpPr/>
          <p:nvPr/>
        </p:nvSpPr>
        <p:spPr>
          <a:xfrm>
            <a:off x="7384502" y="4658146"/>
            <a:ext cx="4279392" cy="530352"/>
          </a:xfrm>
          <a:prstGeom prst="rect">
            <a:avLst/>
          </a:prstGeom>
          <a:noFill/>
          <a:ln/>
        </p:spPr>
        <p:txBody>
          <a:bodyPr wrap="square" lIns="0" tIns="0" rIns="0" bIns="0" rtlCol="0" anchor="ctr">
            <a:normAutofit/>
          </a:bodyPr>
          <a:lstStyle/>
          <a:p>
            <a:pPr marL="0" indent="0" algn="ctr">
              <a:buNone/>
            </a:pPr>
            <a:r>
              <a:rPr lang="en-US" sz="1000" dirty="0">
                <a:solidFill>
                  <a:srgbClr val="334155"/>
                </a:solidFill>
                <a:latin typeface="Times New Roman" panose="02020603050405020304" pitchFamily="18" charset="0"/>
                <a:cs typeface="Times New Roman" panose="02020603050405020304" pitchFamily="18" charset="0"/>
              </a:rPr>
              <a:t>May drop future-important tokens</a:t>
            </a:r>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174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57B8E-2F06-1E7A-DFE8-974DCD357BD8}"/>
            </a:ext>
          </a:extLst>
        </p:cNvPr>
        <p:cNvGrpSpPr/>
        <p:nvPr/>
      </p:nvGrpSpPr>
      <p:grpSpPr>
        <a:xfrm>
          <a:off x="0" y="0"/>
          <a:ext cx="0" cy="0"/>
          <a:chOff x="0" y="0"/>
          <a:chExt cx="0" cy="0"/>
        </a:xfrm>
      </p:grpSpPr>
      <p:sp>
        <p:nvSpPr>
          <p:cNvPr id="7" name="Текст 4">
            <a:extLst>
              <a:ext uri="{FF2B5EF4-FFF2-40B4-BE49-F238E27FC236}">
                <a16:creationId xmlns:a16="http://schemas.microsoft.com/office/drawing/2014/main" id="{A8612FC0-FCB3-3B80-A2AC-3BBC24D0FFB7}"/>
              </a:ext>
            </a:extLst>
          </p:cNvPr>
          <p:cNvSpPr txBox="1">
            <a:spLocks/>
          </p:cNvSpPr>
          <p:nvPr/>
        </p:nvSpPr>
        <p:spPr>
          <a:xfrm>
            <a:off x="1133527" y="502639"/>
            <a:ext cx="3630977" cy="41592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0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t>Other insights come from DeepSeek V4</a:t>
            </a:r>
            <a:endParaRPr lang="en-US" sz="1400" dirty="0"/>
          </a:p>
        </p:txBody>
      </p:sp>
      <p:pic>
        <p:nvPicPr>
          <p:cNvPr id="66" name="Picture 65" descr="A diagram of a key value multi-query&#10;&#10;AI-generated content may be incorrect.">
            <a:extLst>
              <a:ext uri="{FF2B5EF4-FFF2-40B4-BE49-F238E27FC236}">
                <a16:creationId xmlns:a16="http://schemas.microsoft.com/office/drawing/2014/main" id="{8A067704-C391-C285-8606-FE66C54AD0DF}"/>
              </a:ext>
            </a:extLst>
          </p:cNvPr>
          <p:cNvPicPr>
            <a:picLocks noChangeAspect="1"/>
          </p:cNvPicPr>
          <p:nvPr/>
        </p:nvPicPr>
        <p:blipFill>
          <a:blip r:embed="rId2"/>
          <a:stretch>
            <a:fillRect/>
          </a:stretch>
        </p:blipFill>
        <p:spPr>
          <a:xfrm>
            <a:off x="1803801" y="1151021"/>
            <a:ext cx="7772400" cy="3829217"/>
          </a:xfrm>
          <a:prstGeom prst="rect">
            <a:avLst/>
          </a:prstGeom>
        </p:spPr>
      </p:pic>
      <p:sp>
        <p:nvSpPr>
          <p:cNvPr id="67" name="TextBox 66">
            <a:extLst>
              <a:ext uri="{FF2B5EF4-FFF2-40B4-BE49-F238E27FC236}">
                <a16:creationId xmlns:a16="http://schemas.microsoft.com/office/drawing/2014/main" id="{4C68E9E7-654E-7AD3-F789-F8240FC33640}"/>
              </a:ext>
            </a:extLst>
          </p:cNvPr>
          <p:cNvSpPr txBox="1"/>
          <p:nvPr/>
        </p:nvSpPr>
        <p:spPr>
          <a:xfrm>
            <a:off x="1133527" y="5706979"/>
            <a:ext cx="10320536" cy="584775"/>
          </a:xfrm>
          <a:prstGeom prst="rect">
            <a:avLst/>
          </a:prstGeom>
          <a:noFill/>
        </p:spPr>
        <p:txBody>
          <a:bodyPr wrap="square" rtlCol="0">
            <a:spAutoFit/>
          </a:bodyPr>
          <a:lstStyle/>
          <a:p>
            <a:pPr algn="ctr"/>
            <a:r>
              <a:rPr lang="en-US" sz="1600" dirty="0">
                <a:latin typeface="HSE Sans" panose="02000000000000000000" pitchFamily="2" charset="0"/>
              </a:rPr>
              <a:t>Since the </a:t>
            </a:r>
            <a:r>
              <a:rPr lang="en-US" altLang="zh-CN" sz="1600" dirty="0">
                <a:latin typeface="HSE Sans" panose="02000000000000000000" pitchFamily="2" charset="0"/>
              </a:rPr>
              <a:t>K</a:t>
            </a:r>
            <a:r>
              <a:rPr lang="en-US" sz="1600" dirty="0">
                <a:latin typeface="HSE Sans" panose="02000000000000000000" pitchFamily="2" charset="0"/>
              </a:rPr>
              <a:t>ey</a:t>
            </a:r>
            <a:r>
              <a:rPr lang="zh-CN" altLang="en-US" sz="1600" dirty="0">
                <a:latin typeface="HSE Sans" panose="02000000000000000000" pitchFamily="2" charset="0"/>
              </a:rPr>
              <a:t> </a:t>
            </a:r>
            <a:r>
              <a:rPr lang="en-US" altLang="zh-CN" sz="1600" dirty="0">
                <a:latin typeface="HSE Sans" panose="02000000000000000000" pitchFamily="2" charset="0"/>
              </a:rPr>
              <a:t>V</a:t>
            </a:r>
            <a:r>
              <a:rPr lang="en-US" sz="1600" dirty="0">
                <a:latin typeface="HSE Sans" panose="02000000000000000000" pitchFamily="2" charset="0"/>
              </a:rPr>
              <a:t>alue </a:t>
            </a:r>
            <a:r>
              <a:rPr lang="en-US" altLang="zh-CN" sz="1600" dirty="0">
                <a:latin typeface="HSE Sans" panose="02000000000000000000" pitchFamily="2" charset="0"/>
              </a:rPr>
              <a:t>C</a:t>
            </a:r>
            <a:r>
              <a:rPr lang="en-US" sz="1600" dirty="0">
                <a:latin typeface="HSE Sans" panose="02000000000000000000" pitchFamily="2" charset="0"/>
              </a:rPr>
              <a:t>ache is generated from the input prompt, can we reduce the storage pressure on the key-value cache by compressing the length of the prompt?</a:t>
            </a:r>
            <a:endParaRPr lang="en-CN" sz="1600" dirty="0">
              <a:latin typeface="HSE Sans" panose="02000000000000000000" pitchFamily="2" charset="0"/>
            </a:endParaRPr>
          </a:p>
        </p:txBody>
      </p:sp>
    </p:spTree>
    <p:extLst>
      <p:ext uri="{BB962C8B-B14F-4D97-AF65-F5344CB8AC3E}">
        <p14:creationId xmlns:p14="http://schemas.microsoft.com/office/powerpoint/2010/main" val="2088895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7425266"/>
      </p:ext>
    </p:extLst>
  </p:cSld>
  <p:clrMapOvr>
    <a:masterClrMapping/>
  </p:clrMapOvr>
</p:sld>
</file>

<file path=ppt/theme/theme1.xml><?xml version="1.0" encoding="utf-8"?>
<a:theme xmlns:a="http://schemas.openxmlformats.org/drawingml/2006/main"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7" ma:contentTypeDescription="Создание документа." ma:contentTypeScope="" ma:versionID="dfaf5b6d6edbb132ce028c4784dccd61">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23acca269a8e321242e3cfe4e185e683"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Теги изображений" ma:readOnly="false" ma:fieldId="{5cf76f15-5ced-4ddc-b409-7134ff3c332f}" ma:taxonomyMulti="true" ma:sspId="0f49e2ad-b3c7-4051-b79b-59f1dbf380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element name="TaxCatchAll" ma:index="23" nillable="true" ma:displayName="Taxonomy Catch All Column" ma:hidden="true" ma:list="{1ca06070-6ad6-44db-a3bf-0d2f4389ef2b}" ma:internalName="TaxCatchAll" ma:showField="CatchAllData" ma:web="e96afe77-3acb-4328-97fc-408e1bde3e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96afe77-3acb-4328-97fc-408e1bde3ecd" xsi:nil="true"/>
    <lcf76f155ced4ddcb4097134ff3c332f xmlns="9875bd71-cde8-496c-a136-433f55d5e6d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F2F2F6-389B-47A9-8F23-E3F76C5FA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3DAF31-D8A6-49A0-9A5D-8B2EA5B1C511}">
  <ds:schemaRefs>
    <ds:schemaRef ds:uri="http://purl.org/dc/dcmitype/"/>
    <ds:schemaRef ds:uri="http://www.w3.org/XML/1998/namespace"/>
    <ds:schemaRef ds:uri="e96afe77-3acb-4328-97fc-408e1bde3ecd"/>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terms/"/>
    <ds:schemaRef ds:uri="http://schemas.microsoft.com/office/infopath/2007/PartnerControls"/>
    <ds:schemaRef ds:uri="9875bd71-cde8-496c-a136-433f55d5e6d0"/>
  </ds:schemaRefs>
</ds:datastoreItem>
</file>

<file path=customXml/itemProps3.xml><?xml version="1.0" encoding="utf-8"?>
<ds:datastoreItem xmlns:ds="http://schemas.openxmlformats.org/officeDocument/2006/customXml" ds:itemID="{B34386AA-1848-4C75-B336-1053927CB0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1711</TotalTime>
  <Words>2199</Words>
  <Application>Microsoft Macintosh PowerPoint</Application>
  <PresentationFormat>宽屏</PresentationFormat>
  <Paragraphs>503</Paragraphs>
  <Slides>23</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HSE Sans</vt:lpstr>
      <vt:lpstr>Aptos</vt:lpstr>
      <vt:lpstr>Arial</vt:lpstr>
      <vt:lpstr>Calibri</vt:lpstr>
      <vt:lpstr>Cambria Math</vt:lpstr>
      <vt:lpstr>Times New Roman</vt:lpstr>
      <vt:lpstr>Office Theme</vt:lpstr>
      <vt:lpstr>KV Cache method for accelerating LLM inference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aes4cbm</cp:lastModifiedBy>
  <cp:revision>38</cp:revision>
  <cp:lastPrinted>2021-11-11T13:08:42Z</cp:lastPrinted>
  <dcterms:created xsi:type="dcterms:W3CDTF">2021-11-11T08:52:47Z</dcterms:created>
  <dcterms:modified xsi:type="dcterms:W3CDTF">2026-10-02T02:50:00Z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y fmtid="{D5CDD505-2E9C-101B-9397-08002B2CF9AE}" pid="3" name="MediaServiceImageTags">
    <vt:lpwstr/>
  </property>
</Properties>
</file>